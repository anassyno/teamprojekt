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7" r:id="rId6"/>
    <p:sldId id="278" r:id="rId7"/>
    <p:sldId id="280" r:id="rId8"/>
    <p:sldId id="279" r:id="rId9"/>
    <p:sldId id="281" r:id="rId10"/>
    <p:sldId id="291" r:id="rId11"/>
    <p:sldId id="286" r:id="rId12"/>
    <p:sldId id="288" r:id="rId13"/>
    <p:sldId id="289" r:id="rId14"/>
    <p:sldId id="290" r:id="rId15"/>
    <p:sldId id="284" r:id="rId16"/>
    <p:sldId id="285" r:id="rId17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9277BF-A8D8-4A9A-AF88-8FE79D80894F}" v="160" dt="2026-07-08T13:35:07.911"/>
    <p1510:client id="{54612EB1-0AA5-4637-AC10-35644F141C81}" v="96" dt="2026-07-08T08:27:54.7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730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stasios Synodinos" userId="8330ddc7-b6ee-4d31-af2d-64488b2a8e81" providerId="ADAL" clId="{9178822F-4332-40EE-9215-559C2A5E0139}"/>
    <pc:docChg chg="undo custSel addSld delSld modSld">
      <pc:chgData name="Anastasios Synodinos" userId="8330ddc7-b6ee-4d31-af2d-64488b2a8e81" providerId="ADAL" clId="{9178822F-4332-40EE-9215-559C2A5E0139}" dt="2026-07-08T13:35:07.911" v="849"/>
      <pc:docMkLst>
        <pc:docMk/>
      </pc:docMkLst>
      <pc:sldChg chg="addSp delSp modSp del mod addAnim delAnim modAnim">
        <pc:chgData name="Anastasios Synodinos" userId="8330ddc7-b6ee-4d31-af2d-64488b2a8e81" providerId="ADAL" clId="{9178822F-4332-40EE-9215-559C2A5E0139}" dt="2026-07-08T13:29:56.260" v="813" actId="2696"/>
        <pc:sldMkLst>
          <pc:docMk/>
          <pc:sldMk cId="4119463928" sldId="282"/>
        </pc:sldMkLst>
        <pc:spChg chg="ord">
          <ac:chgData name="Anastasios Synodinos" userId="8330ddc7-b6ee-4d31-af2d-64488b2a8e81" providerId="ADAL" clId="{9178822F-4332-40EE-9215-559C2A5E0139}" dt="2026-07-08T12:54:48.069" v="98" actId="170"/>
          <ac:spMkLst>
            <pc:docMk/>
            <pc:sldMk cId="4119463928" sldId="282"/>
            <ac:spMk id="2" creationId="{96F482A4-3CEF-2DC3-8359-B906BBE03D4F}"/>
          </ac:spMkLst>
        </pc:spChg>
        <pc:spChg chg="add del mod">
          <ac:chgData name="Anastasios Synodinos" userId="8330ddc7-b6ee-4d31-af2d-64488b2a8e81" providerId="ADAL" clId="{9178822F-4332-40EE-9215-559C2A5E0139}" dt="2026-07-08T12:53:18.041" v="86" actId="113"/>
          <ac:spMkLst>
            <pc:docMk/>
            <pc:sldMk cId="4119463928" sldId="282"/>
            <ac:spMk id="4" creationId="{CE069D6A-6AB0-DA68-A7CC-A4467A9193EE}"/>
          </ac:spMkLst>
        </pc:spChg>
        <pc:spChg chg="add mod ord">
          <ac:chgData name="Anastasios Synodinos" userId="8330ddc7-b6ee-4d31-af2d-64488b2a8e81" providerId="ADAL" clId="{9178822F-4332-40EE-9215-559C2A5E0139}" dt="2026-07-08T12:54:43.744" v="97" actId="171"/>
          <ac:spMkLst>
            <pc:docMk/>
            <pc:sldMk cId="4119463928" sldId="282"/>
            <ac:spMk id="5" creationId="{BE65E0A2-7976-645E-9FA8-8B6E3F699517}"/>
          </ac:spMkLst>
        </pc:spChg>
        <pc:picChg chg="del mod">
          <ac:chgData name="Anastasios Synodinos" userId="8330ddc7-b6ee-4d31-af2d-64488b2a8e81" providerId="ADAL" clId="{9178822F-4332-40EE-9215-559C2A5E0139}" dt="2026-07-08T12:53:48.665" v="87" actId="478"/>
          <ac:picMkLst>
            <pc:docMk/>
            <pc:sldMk cId="4119463928" sldId="282"/>
            <ac:picMk id="7" creationId="{15B3857D-EFD4-44CF-3F8B-B5B3AF3543F5}"/>
          </ac:picMkLst>
        </pc:picChg>
        <pc:picChg chg="add mod ord">
          <ac:chgData name="Anastasios Synodinos" userId="8330ddc7-b6ee-4d31-af2d-64488b2a8e81" providerId="ADAL" clId="{9178822F-4332-40EE-9215-559C2A5E0139}" dt="2026-07-08T12:54:12.227" v="92" actId="171"/>
          <ac:picMkLst>
            <pc:docMk/>
            <pc:sldMk cId="4119463928" sldId="282"/>
            <ac:picMk id="8" creationId="{550597C6-019E-3FBC-FCDA-A3B955D8903A}"/>
          </ac:picMkLst>
        </pc:picChg>
      </pc:sldChg>
      <pc:sldChg chg="addSp delSp modSp del mod">
        <pc:chgData name="Anastasios Synodinos" userId="8330ddc7-b6ee-4d31-af2d-64488b2a8e81" providerId="ADAL" clId="{9178822F-4332-40EE-9215-559C2A5E0139}" dt="2026-07-08T13:29:47.444" v="812" actId="2696"/>
        <pc:sldMkLst>
          <pc:docMk/>
          <pc:sldMk cId="3080091930" sldId="283"/>
        </pc:sldMkLst>
        <pc:spChg chg="del mod">
          <ac:chgData name="Anastasios Synodinos" userId="8330ddc7-b6ee-4d31-af2d-64488b2a8e81" providerId="ADAL" clId="{9178822F-4332-40EE-9215-559C2A5E0139}" dt="2026-07-08T12:56:26.441" v="104" actId="478"/>
          <ac:spMkLst>
            <pc:docMk/>
            <pc:sldMk cId="3080091930" sldId="283"/>
            <ac:spMk id="11" creationId="{67734543-B747-6EAE-5F79-1A969DF731B5}"/>
          </ac:spMkLst>
        </pc:spChg>
        <pc:spChg chg="del mod">
          <ac:chgData name="Anastasios Synodinos" userId="8330ddc7-b6ee-4d31-af2d-64488b2a8e81" providerId="ADAL" clId="{9178822F-4332-40EE-9215-559C2A5E0139}" dt="2026-07-08T12:56:21.458" v="100" actId="478"/>
          <ac:spMkLst>
            <pc:docMk/>
            <pc:sldMk cId="3080091930" sldId="283"/>
            <ac:spMk id="15" creationId="{BF44B819-2061-F84B-1899-096AB27F5522}"/>
          </ac:spMkLst>
        </pc:spChg>
        <pc:picChg chg="add mod">
          <ac:chgData name="Anastasios Synodinos" userId="8330ddc7-b6ee-4d31-af2d-64488b2a8e81" providerId="ADAL" clId="{9178822F-4332-40EE-9215-559C2A5E0139}" dt="2026-07-08T12:57:49.336" v="118" actId="1076"/>
          <ac:picMkLst>
            <pc:docMk/>
            <pc:sldMk cId="3080091930" sldId="283"/>
            <ac:picMk id="4" creationId="{1450323A-33AD-65F2-0647-6E343E73699F}"/>
          </ac:picMkLst>
        </pc:picChg>
        <pc:picChg chg="mod">
          <ac:chgData name="Anastasios Synodinos" userId="8330ddc7-b6ee-4d31-af2d-64488b2a8e81" providerId="ADAL" clId="{9178822F-4332-40EE-9215-559C2A5E0139}" dt="2026-07-08T12:57:37.969" v="116" actId="14100"/>
          <ac:picMkLst>
            <pc:docMk/>
            <pc:sldMk cId="3080091930" sldId="283"/>
            <ac:picMk id="6" creationId="{9DCD5902-E0B6-2F19-B3CD-5EA50AA11331}"/>
          </ac:picMkLst>
        </pc:picChg>
        <pc:picChg chg="add mod">
          <ac:chgData name="Anastasios Synodinos" userId="8330ddc7-b6ee-4d31-af2d-64488b2a8e81" providerId="ADAL" clId="{9178822F-4332-40EE-9215-559C2A5E0139}" dt="2026-07-08T12:57:28.937" v="113" actId="1076"/>
          <ac:picMkLst>
            <pc:docMk/>
            <pc:sldMk cId="3080091930" sldId="283"/>
            <ac:picMk id="7" creationId="{4A816350-57BE-69C0-863A-2208627F822D}"/>
          </ac:picMkLst>
        </pc:picChg>
        <pc:picChg chg="mod">
          <ac:chgData name="Anastasios Synodinos" userId="8330ddc7-b6ee-4d31-af2d-64488b2a8e81" providerId="ADAL" clId="{9178822F-4332-40EE-9215-559C2A5E0139}" dt="2026-07-08T12:57:53.935" v="119" actId="1076"/>
          <ac:picMkLst>
            <pc:docMk/>
            <pc:sldMk cId="3080091930" sldId="283"/>
            <ac:picMk id="8" creationId="{CA359531-9757-1CDB-65AF-5AF4E885185C}"/>
          </ac:picMkLst>
        </pc:picChg>
        <pc:picChg chg="add mod">
          <ac:chgData name="Anastasios Synodinos" userId="8330ddc7-b6ee-4d31-af2d-64488b2a8e81" providerId="ADAL" clId="{9178822F-4332-40EE-9215-559C2A5E0139}" dt="2026-07-08T12:58:06.798" v="123" actId="1076"/>
          <ac:picMkLst>
            <pc:docMk/>
            <pc:sldMk cId="3080091930" sldId="283"/>
            <ac:picMk id="10" creationId="{E4BB41C0-F917-954C-E27F-32DD77826DBA}"/>
          </ac:picMkLst>
        </pc:picChg>
        <pc:cxnChg chg="del">
          <ac:chgData name="Anastasios Synodinos" userId="8330ddc7-b6ee-4d31-af2d-64488b2a8e81" providerId="ADAL" clId="{9178822F-4332-40EE-9215-559C2A5E0139}" dt="2026-07-08T12:56:23.884" v="102" actId="478"/>
          <ac:cxnSpMkLst>
            <pc:docMk/>
            <pc:sldMk cId="3080091930" sldId="283"/>
            <ac:cxnSpMk id="13" creationId="{590D330D-39C3-9ECD-60F1-FC64CD85080F}"/>
          </ac:cxnSpMkLst>
        </pc:cxnChg>
        <pc:cxnChg chg="del">
          <ac:chgData name="Anastasios Synodinos" userId="8330ddc7-b6ee-4d31-af2d-64488b2a8e81" providerId="ADAL" clId="{9178822F-4332-40EE-9215-559C2A5E0139}" dt="2026-07-08T12:56:22.776" v="101" actId="478"/>
          <ac:cxnSpMkLst>
            <pc:docMk/>
            <pc:sldMk cId="3080091930" sldId="283"/>
            <ac:cxnSpMk id="16" creationId="{EB8B6C46-6C6B-54F2-FE4F-41506A98EC2A}"/>
          </ac:cxnSpMkLst>
        </pc:cxnChg>
      </pc:sldChg>
      <pc:sldChg chg="addSp delSp modSp new mod addAnim delAnim modAnim">
        <pc:chgData name="Anastasios Synodinos" userId="8330ddc7-b6ee-4d31-af2d-64488b2a8e81" providerId="ADAL" clId="{9178822F-4332-40EE-9215-559C2A5E0139}" dt="2026-07-08T13:34:13.890" v="846"/>
        <pc:sldMkLst>
          <pc:docMk/>
          <pc:sldMk cId="909906794" sldId="286"/>
        </pc:sldMkLst>
        <pc:spChg chg="mod">
          <ac:chgData name="Anastasios Synodinos" userId="8330ddc7-b6ee-4d31-af2d-64488b2a8e81" providerId="ADAL" clId="{9178822F-4332-40EE-9215-559C2A5E0139}" dt="2026-07-08T12:58:48.141" v="140" actId="20577"/>
          <ac:spMkLst>
            <pc:docMk/>
            <pc:sldMk cId="909906794" sldId="286"/>
            <ac:spMk id="2" creationId="{A4620AAD-13C5-62FD-E168-21568D826509}"/>
          </ac:spMkLst>
        </pc:spChg>
        <pc:spChg chg="del">
          <ac:chgData name="Anastasios Synodinos" userId="8330ddc7-b6ee-4d31-af2d-64488b2a8e81" providerId="ADAL" clId="{9178822F-4332-40EE-9215-559C2A5E0139}" dt="2026-07-08T12:59:20.518" v="142" actId="478"/>
          <ac:spMkLst>
            <pc:docMk/>
            <pc:sldMk cId="909906794" sldId="286"/>
            <ac:spMk id="3" creationId="{134A821D-E32D-DCAC-57BC-A22F2B435967}"/>
          </ac:spMkLst>
        </pc:spChg>
        <pc:spChg chg="del">
          <ac:chgData name="Anastasios Synodinos" userId="8330ddc7-b6ee-4d31-af2d-64488b2a8e81" providerId="ADAL" clId="{9178822F-4332-40EE-9215-559C2A5E0139}" dt="2026-07-08T12:59:16.915" v="141" actId="478"/>
          <ac:spMkLst>
            <pc:docMk/>
            <pc:sldMk cId="909906794" sldId="286"/>
            <ac:spMk id="4" creationId="{68FD9753-CBBB-B586-D61B-919EE2537247}"/>
          </ac:spMkLst>
        </pc:spChg>
        <pc:spChg chg="add mod">
          <ac:chgData name="Anastasios Synodinos" userId="8330ddc7-b6ee-4d31-af2d-64488b2a8e81" providerId="ADAL" clId="{9178822F-4332-40EE-9215-559C2A5E0139}" dt="2026-07-08T13:32:01.717" v="825"/>
          <ac:spMkLst>
            <pc:docMk/>
            <pc:sldMk cId="909906794" sldId="286"/>
            <ac:spMk id="16" creationId="{EC16A758-B3F3-71C2-6675-9B0522D9630D}"/>
          </ac:spMkLst>
        </pc:spChg>
        <pc:spChg chg="add mod">
          <ac:chgData name="Anastasios Synodinos" userId="8330ddc7-b6ee-4d31-af2d-64488b2a8e81" providerId="ADAL" clId="{9178822F-4332-40EE-9215-559C2A5E0139}" dt="2026-07-08T13:32:01.717" v="825"/>
          <ac:spMkLst>
            <pc:docMk/>
            <pc:sldMk cId="909906794" sldId="286"/>
            <ac:spMk id="17" creationId="{F5C63C5E-0C21-01E1-3DAF-7EC16205F99D}"/>
          </ac:spMkLst>
        </pc:spChg>
        <pc:spChg chg="add mod">
          <ac:chgData name="Anastasios Synodinos" userId="8330ddc7-b6ee-4d31-af2d-64488b2a8e81" providerId="ADAL" clId="{9178822F-4332-40EE-9215-559C2A5E0139}" dt="2026-07-08T13:32:01.717" v="825"/>
          <ac:spMkLst>
            <pc:docMk/>
            <pc:sldMk cId="909906794" sldId="286"/>
            <ac:spMk id="18" creationId="{59ADE203-C801-4EB9-3A5A-15D7B0A4E863}"/>
          </ac:spMkLst>
        </pc:spChg>
        <pc:picChg chg="add del mod">
          <ac:chgData name="Anastasios Synodinos" userId="8330ddc7-b6ee-4d31-af2d-64488b2a8e81" providerId="ADAL" clId="{9178822F-4332-40EE-9215-559C2A5E0139}" dt="2026-07-08T13:00:06.032" v="147" actId="478"/>
          <ac:picMkLst>
            <pc:docMk/>
            <pc:sldMk cId="909906794" sldId="286"/>
            <ac:picMk id="6" creationId="{382675BB-9EBB-AA08-1C13-D56E4F923142}"/>
          </ac:picMkLst>
        </pc:picChg>
        <pc:picChg chg="add del mod">
          <ac:chgData name="Anastasios Synodinos" userId="8330ddc7-b6ee-4d31-af2d-64488b2a8e81" providerId="ADAL" clId="{9178822F-4332-40EE-9215-559C2A5E0139}" dt="2026-07-08T13:00:06.628" v="148" actId="478"/>
          <ac:picMkLst>
            <pc:docMk/>
            <pc:sldMk cId="909906794" sldId="286"/>
            <ac:picMk id="8" creationId="{8813509B-9B45-0B7C-E473-55E53CD309AF}"/>
          </ac:picMkLst>
        </pc:picChg>
        <pc:picChg chg="add mod">
          <ac:chgData name="Anastasios Synodinos" userId="8330ddc7-b6ee-4d31-af2d-64488b2a8e81" providerId="ADAL" clId="{9178822F-4332-40EE-9215-559C2A5E0139}" dt="2026-07-08T13:00:17.658" v="151" actId="14100"/>
          <ac:picMkLst>
            <pc:docMk/>
            <pc:sldMk cId="909906794" sldId="286"/>
            <ac:picMk id="10" creationId="{42EAF0FB-6F2C-596C-AEA2-42ABE9EA5D8E}"/>
          </ac:picMkLst>
        </pc:picChg>
        <pc:picChg chg="add mod">
          <ac:chgData name="Anastasios Synodinos" userId="8330ddc7-b6ee-4d31-af2d-64488b2a8e81" providerId="ADAL" clId="{9178822F-4332-40EE-9215-559C2A5E0139}" dt="2026-07-08T13:00:34.538" v="154" actId="14100"/>
          <ac:picMkLst>
            <pc:docMk/>
            <pc:sldMk cId="909906794" sldId="286"/>
            <ac:picMk id="12" creationId="{A6B1D3DE-42B2-89FC-6DE4-D6129FFF0CB5}"/>
          </ac:picMkLst>
        </pc:picChg>
        <pc:picChg chg="add del">
          <ac:chgData name="Anastasios Synodinos" userId="8330ddc7-b6ee-4d31-af2d-64488b2a8e81" providerId="ADAL" clId="{9178822F-4332-40EE-9215-559C2A5E0139}" dt="2026-07-08T13:31:48.968" v="822" actId="22"/>
          <ac:picMkLst>
            <pc:docMk/>
            <pc:sldMk cId="909906794" sldId="286"/>
            <ac:picMk id="14" creationId="{87741042-349D-8D7E-2AE5-C9F533CF1B03}"/>
          </ac:picMkLst>
        </pc:picChg>
        <pc:picChg chg="add mod">
          <ac:chgData name="Anastasios Synodinos" userId="8330ddc7-b6ee-4d31-af2d-64488b2a8e81" providerId="ADAL" clId="{9178822F-4332-40EE-9215-559C2A5E0139}" dt="2026-07-08T13:32:01.717" v="825"/>
          <ac:picMkLst>
            <pc:docMk/>
            <pc:sldMk cId="909906794" sldId="286"/>
            <ac:picMk id="15" creationId="{96EFE1FD-F970-E17A-2803-A216AB4E07F0}"/>
          </ac:picMkLst>
        </pc:picChg>
      </pc:sldChg>
      <pc:sldChg chg="addSp delSp modSp add del mod modAnim">
        <pc:chgData name="Anastasios Synodinos" userId="8330ddc7-b6ee-4d31-af2d-64488b2a8e81" providerId="ADAL" clId="{9178822F-4332-40EE-9215-559C2A5E0139}" dt="2026-07-08T13:34:24.494" v="847" actId="47"/>
        <pc:sldMkLst>
          <pc:docMk/>
          <pc:sldMk cId="903216567" sldId="287"/>
        </pc:sldMkLst>
        <pc:spChg chg="mod">
          <ac:chgData name="Anastasios Synodinos" userId="8330ddc7-b6ee-4d31-af2d-64488b2a8e81" providerId="ADAL" clId="{9178822F-4332-40EE-9215-559C2A5E0139}" dt="2026-07-08T13:31:53.815" v="824" actId="1076"/>
          <ac:spMkLst>
            <pc:docMk/>
            <pc:sldMk cId="903216567" sldId="287"/>
            <ac:spMk id="2" creationId="{0FB22772-5012-A40E-1A0D-7098DE9D6C9F}"/>
          </ac:spMkLst>
        </pc:spChg>
        <pc:spChg chg="add mod">
          <ac:chgData name="Anastasios Synodinos" userId="8330ddc7-b6ee-4d31-af2d-64488b2a8e81" providerId="ADAL" clId="{9178822F-4332-40EE-9215-559C2A5E0139}" dt="2026-07-08T13:06:23.152" v="305" actId="404"/>
          <ac:spMkLst>
            <pc:docMk/>
            <pc:sldMk cId="903216567" sldId="287"/>
            <ac:spMk id="5" creationId="{92D2E66E-E509-D071-1989-044C00A71525}"/>
          </ac:spMkLst>
        </pc:spChg>
        <pc:spChg chg="add mod">
          <ac:chgData name="Anastasios Synodinos" userId="8330ddc7-b6ee-4d31-af2d-64488b2a8e81" providerId="ADAL" clId="{9178822F-4332-40EE-9215-559C2A5E0139}" dt="2026-07-08T13:06:59.711" v="312" actId="1076"/>
          <ac:spMkLst>
            <pc:docMk/>
            <pc:sldMk cId="903216567" sldId="287"/>
            <ac:spMk id="6" creationId="{07DD60BE-1474-49B1-905C-3FECAFAD6463}"/>
          </ac:spMkLst>
        </pc:spChg>
        <pc:spChg chg="add mod">
          <ac:chgData name="Anastasios Synodinos" userId="8330ddc7-b6ee-4d31-af2d-64488b2a8e81" providerId="ADAL" clId="{9178822F-4332-40EE-9215-559C2A5E0139}" dt="2026-07-08T13:31:53.815" v="824" actId="1076"/>
          <ac:spMkLst>
            <pc:docMk/>
            <pc:sldMk cId="903216567" sldId="287"/>
            <ac:spMk id="7" creationId="{9D083A7E-8C79-1C5C-BEA1-F19EBB9AAB0A}"/>
          </ac:spMkLst>
        </pc:spChg>
        <pc:picChg chg="add mod">
          <ac:chgData name="Anastasios Synodinos" userId="8330ddc7-b6ee-4d31-af2d-64488b2a8e81" providerId="ADAL" clId="{9178822F-4332-40EE-9215-559C2A5E0139}" dt="2026-07-08T13:31:53.815" v="824" actId="1076"/>
          <ac:picMkLst>
            <pc:docMk/>
            <pc:sldMk cId="903216567" sldId="287"/>
            <ac:picMk id="4" creationId="{C0503E04-5314-B00B-C9F6-C341420E3551}"/>
          </ac:picMkLst>
        </pc:picChg>
        <pc:picChg chg="del">
          <ac:chgData name="Anastasios Synodinos" userId="8330ddc7-b6ee-4d31-af2d-64488b2a8e81" providerId="ADAL" clId="{9178822F-4332-40EE-9215-559C2A5E0139}" dt="2026-07-08T13:00:42.225" v="157" actId="478"/>
          <ac:picMkLst>
            <pc:docMk/>
            <pc:sldMk cId="903216567" sldId="287"/>
            <ac:picMk id="10" creationId="{15612C75-92A6-DE84-9016-E69A2E54E436}"/>
          </ac:picMkLst>
        </pc:picChg>
        <pc:picChg chg="del">
          <ac:chgData name="Anastasios Synodinos" userId="8330ddc7-b6ee-4d31-af2d-64488b2a8e81" providerId="ADAL" clId="{9178822F-4332-40EE-9215-559C2A5E0139}" dt="2026-07-08T13:00:41.701" v="156" actId="478"/>
          <ac:picMkLst>
            <pc:docMk/>
            <pc:sldMk cId="903216567" sldId="287"/>
            <ac:picMk id="12" creationId="{8FAFEC3C-C895-4FF3-C82E-A71061E5A9FB}"/>
          </ac:picMkLst>
        </pc:picChg>
      </pc:sldChg>
      <pc:sldChg chg="addSp modSp new mod modAnim">
        <pc:chgData name="Anastasios Synodinos" userId="8330ddc7-b6ee-4d31-af2d-64488b2a8e81" providerId="ADAL" clId="{9178822F-4332-40EE-9215-559C2A5E0139}" dt="2026-07-08T13:20:23.698" v="694" actId="404"/>
        <pc:sldMkLst>
          <pc:docMk/>
          <pc:sldMk cId="2748884308" sldId="288"/>
        </pc:sldMkLst>
        <pc:spChg chg="mod">
          <ac:chgData name="Anastasios Synodinos" userId="8330ddc7-b6ee-4d31-af2d-64488b2a8e81" providerId="ADAL" clId="{9178822F-4332-40EE-9215-559C2A5E0139}" dt="2026-07-08T13:07:50.427" v="325" actId="20577"/>
          <ac:spMkLst>
            <pc:docMk/>
            <pc:sldMk cId="2748884308" sldId="288"/>
            <ac:spMk id="2" creationId="{1F003AD2-1B88-440C-1422-D8A6B5A379B9}"/>
          </ac:spMkLst>
        </pc:spChg>
        <pc:spChg chg="mod">
          <ac:chgData name="Anastasios Synodinos" userId="8330ddc7-b6ee-4d31-af2d-64488b2a8e81" providerId="ADAL" clId="{9178822F-4332-40EE-9215-559C2A5E0139}" dt="2026-07-08T13:20:23.698" v="694" actId="404"/>
          <ac:spMkLst>
            <pc:docMk/>
            <pc:sldMk cId="2748884308" sldId="288"/>
            <ac:spMk id="3" creationId="{60EF2280-D31A-5F41-EC92-E7DE3B133190}"/>
          </ac:spMkLst>
        </pc:spChg>
        <pc:spChg chg="mod">
          <ac:chgData name="Anastasios Synodinos" userId="8330ddc7-b6ee-4d31-af2d-64488b2a8e81" providerId="ADAL" clId="{9178822F-4332-40EE-9215-559C2A5E0139}" dt="2026-07-08T13:16:14.629" v="509" actId="113"/>
          <ac:spMkLst>
            <pc:docMk/>
            <pc:sldMk cId="2748884308" sldId="288"/>
            <ac:spMk id="4" creationId="{E750A630-EDDE-FB78-20FD-911899EE9690}"/>
          </ac:spMkLst>
        </pc:spChg>
        <pc:picChg chg="add mod">
          <ac:chgData name="Anastasios Synodinos" userId="8330ddc7-b6ee-4d31-af2d-64488b2a8e81" providerId="ADAL" clId="{9178822F-4332-40EE-9215-559C2A5E0139}" dt="2026-07-08T13:09:04.836" v="377" actId="1076"/>
          <ac:picMkLst>
            <pc:docMk/>
            <pc:sldMk cId="2748884308" sldId="288"/>
            <ac:picMk id="6" creationId="{54EBB72D-A2D8-537C-EFF6-0CEAF39877DC}"/>
          </ac:picMkLst>
        </pc:picChg>
      </pc:sldChg>
      <pc:sldChg chg="addSp modSp new mod modAnim">
        <pc:chgData name="Anastasios Synodinos" userId="8330ddc7-b6ee-4d31-af2d-64488b2a8e81" providerId="ADAL" clId="{9178822F-4332-40EE-9215-559C2A5E0139}" dt="2026-07-08T13:20:12.635" v="693" actId="403"/>
        <pc:sldMkLst>
          <pc:docMk/>
          <pc:sldMk cId="3316670771" sldId="289"/>
        </pc:sldMkLst>
        <pc:spChg chg="mod">
          <ac:chgData name="Anastasios Synodinos" userId="8330ddc7-b6ee-4d31-af2d-64488b2a8e81" providerId="ADAL" clId="{9178822F-4332-40EE-9215-559C2A5E0139}" dt="2026-07-08T13:10:28.057" v="440"/>
          <ac:spMkLst>
            <pc:docMk/>
            <pc:sldMk cId="3316670771" sldId="289"/>
            <ac:spMk id="2" creationId="{6FBAD209-3AAC-42E0-A609-D63B71D0D1DD}"/>
          </ac:spMkLst>
        </pc:spChg>
        <pc:spChg chg="mod">
          <ac:chgData name="Anastasios Synodinos" userId="8330ddc7-b6ee-4d31-af2d-64488b2a8e81" providerId="ADAL" clId="{9178822F-4332-40EE-9215-559C2A5E0139}" dt="2026-07-08T13:18:16.516" v="627" actId="14100"/>
          <ac:spMkLst>
            <pc:docMk/>
            <pc:sldMk cId="3316670771" sldId="289"/>
            <ac:spMk id="3" creationId="{2DBE624C-C8B7-DB0C-6BCB-BEAF4B7C2070}"/>
          </ac:spMkLst>
        </pc:spChg>
        <pc:spChg chg="mod">
          <ac:chgData name="Anastasios Synodinos" userId="8330ddc7-b6ee-4d31-af2d-64488b2a8e81" providerId="ADAL" clId="{9178822F-4332-40EE-9215-559C2A5E0139}" dt="2026-07-08T13:16:58.950" v="519" actId="403"/>
          <ac:spMkLst>
            <pc:docMk/>
            <pc:sldMk cId="3316670771" sldId="289"/>
            <ac:spMk id="4" creationId="{F088D5E4-21B3-7128-2CB4-7831AF3A0096}"/>
          </ac:spMkLst>
        </pc:spChg>
        <pc:spChg chg="add mod">
          <ac:chgData name="Anastasios Synodinos" userId="8330ddc7-b6ee-4d31-af2d-64488b2a8e81" providerId="ADAL" clId="{9178822F-4332-40EE-9215-559C2A5E0139}" dt="2026-07-08T13:20:12.635" v="693" actId="403"/>
          <ac:spMkLst>
            <pc:docMk/>
            <pc:sldMk cId="3316670771" sldId="289"/>
            <ac:spMk id="7" creationId="{0CDB99FB-2873-B7FF-4BED-72968D127D14}"/>
          </ac:spMkLst>
        </pc:spChg>
        <pc:picChg chg="add mod">
          <ac:chgData name="Anastasios Synodinos" userId="8330ddc7-b6ee-4d31-af2d-64488b2a8e81" providerId="ADAL" clId="{9178822F-4332-40EE-9215-559C2A5E0139}" dt="2026-07-08T13:17:12.918" v="520" actId="1076"/>
          <ac:picMkLst>
            <pc:docMk/>
            <pc:sldMk cId="3316670771" sldId="289"/>
            <ac:picMk id="6" creationId="{BB641179-30E2-87B1-1711-55149EC06FB7}"/>
          </ac:picMkLst>
        </pc:picChg>
      </pc:sldChg>
      <pc:sldChg chg="addSp modSp new mod modAnim">
        <pc:chgData name="Anastasios Synodinos" userId="8330ddc7-b6ee-4d31-af2d-64488b2a8e81" providerId="ADAL" clId="{9178822F-4332-40EE-9215-559C2A5E0139}" dt="2026-07-08T13:35:07.911" v="849"/>
        <pc:sldMkLst>
          <pc:docMk/>
          <pc:sldMk cId="3639657033" sldId="290"/>
        </pc:sldMkLst>
        <pc:spChg chg="mod">
          <ac:chgData name="Anastasios Synodinos" userId="8330ddc7-b6ee-4d31-af2d-64488b2a8e81" providerId="ADAL" clId="{9178822F-4332-40EE-9215-559C2A5E0139}" dt="2026-07-08T13:21:01.876" v="710" actId="20577"/>
          <ac:spMkLst>
            <pc:docMk/>
            <pc:sldMk cId="3639657033" sldId="290"/>
            <ac:spMk id="2" creationId="{5D25399D-9B37-6F79-9130-E5F0177592B8}"/>
          </ac:spMkLst>
        </pc:spChg>
        <pc:spChg chg="mod">
          <ac:chgData name="Anastasios Synodinos" userId="8330ddc7-b6ee-4d31-af2d-64488b2a8e81" providerId="ADAL" clId="{9178822F-4332-40EE-9215-559C2A5E0139}" dt="2026-07-08T13:21:21.875" v="757" actId="20577"/>
          <ac:spMkLst>
            <pc:docMk/>
            <pc:sldMk cId="3639657033" sldId="290"/>
            <ac:spMk id="4" creationId="{FE664E15-71CA-DA4D-4BCC-93741AE2CB2D}"/>
          </ac:spMkLst>
        </pc:spChg>
        <pc:picChg chg="add mod">
          <ac:chgData name="Anastasios Synodinos" userId="8330ddc7-b6ee-4d31-af2d-64488b2a8e81" providerId="ADAL" clId="{9178822F-4332-40EE-9215-559C2A5E0139}" dt="2026-07-08T13:21:47.583" v="760" actId="1076"/>
          <ac:picMkLst>
            <pc:docMk/>
            <pc:sldMk cId="3639657033" sldId="290"/>
            <ac:picMk id="6" creationId="{ABDD90FF-7171-D089-02DA-42E7ABEFC826}"/>
          </ac:picMkLst>
        </pc:picChg>
      </pc:sldChg>
      <pc:sldChg chg="addSp modSp add mod modAnim">
        <pc:chgData name="Anastasios Synodinos" userId="8330ddc7-b6ee-4d31-af2d-64488b2a8e81" providerId="ADAL" clId="{9178822F-4332-40EE-9215-559C2A5E0139}" dt="2026-07-08T13:29:32.016" v="811"/>
        <pc:sldMkLst>
          <pc:docMk/>
          <pc:sldMk cId="1724929422" sldId="291"/>
        </pc:sldMkLst>
        <pc:picChg chg="add mod">
          <ac:chgData name="Anastasios Synodinos" userId="8330ddc7-b6ee-4d31-af2d-64488b2a8e81" providerId="ADAL" clId="{9178822F-4332-40EE-9215-559C2A5E0139}" dt="2026-07-08T13:28:04.488" v="794" actId="1076"/>
          <ac:picMkLst>
            <pc:docMk/>
            <pc:sldMk cId="1724929422" sldId="291"/>
            <ac:picMk id="6" creationId="{BF0F8E0D-9B9E-EA08-75C5-925495AE829E}"/>
          </ac:picMkLst>
        </pc:picChg>
        <pc:picChg chg="mod">
          <ac:chgData name="Anastasios Synodinos" userId="8330ddc7-b6ee-4d31-af2d-64488b2a8e81" providerId="ADAL" clId="{9178822F-4332-40EE-9215-559C2A5E0139}" dt="2026-07-08T13:28:01.396" v="793" actId="14100"/>
          <ac:picMkLst>
            <pc:docMk/>
            <pc:sldMk cId="1724929422" sldId="291"/>
            <ac:picMk id="8" creationId="{AA4E19E0-31F2-E315-67B4-CF97A83D3BDC}"/>
          </ac:picMkLst>
        </pc:picChg>
        <pc:picChg chg="add mod">
          <ac:chgData name="Anastasios Synodinos" userId="8330ddc7-b6ee-4d31-af2d-64488b2a8e81" providerId="ADAL" clId="{9178822F-4332-40EE-9215-559C2A5E0139}" dt="2026-07-08T13:27:15.659" v="784" actId="1076"/>
          <ac:picMkLst>
            <pc:docMk/>
            <pc:sldMk cId="1724929422" sldId="291"/>
            <ac:picMk id="9" creationId="{CD3F3470-EC3B-4DB0-3B60-64E1120A1063}"/>
          </ac:picMkLst>
        </pc:picChg>
        <pc:picChg chg="add mod">
          <ac:chgData name="Anastasios Synodinos" userId="8330ddc7-b6ee-4d31-af2d-64488b2a8e81" providerId="ADAL" clId="{9178822F-4332-40EE-9215-559C2A5E0139}" dt="2026-07-08T13:28:27.257" v="799" actId="14100"/>
          <ac:picMkLst>
            <pc:docMk/>
            <pc:sldMk cId="1724929422" sldId="291"/>
            <ac:picMk id="11" creationId="{D169E241-3C51-E6DB-6F17-38CB257622EF}"/>
          </ac:picMkLst>
        </pc:picChg>
        <pc:picChg chg="add mod modCrop">
          <ac:chgData name="Anastasios Synodinos" userId="8330ddc7-b6ee-4d31-af2d-64488b2a8e81" providerId="ADAL" clId="{9178822F-4332-40EE-9215-559C2A5E0139}" dt="2026-07-08T13:28:23.878" v="798" actId="14100"/>
          <ac:picMkLst>
            <pc:docMk/>
            <pc:sldMk cId="1724929422" sldId="291"/>
            <ac:picMk id="12" creationId="{8808E6B3-9FBB-F3DE-F3A9-DEC2A3565681}"/>
          </ac:picMkLst>
        </pc:picChg>
        <pc:picChg chg="add mod modCrop">
          <ac:chgData name="Anastasios Synodinos" userId="8330ddc7-b6ee-4d31-af2d-64488b2a8e81" providerId="ADAL" clId="{9178822F-4332-40EE-9215-559C2A5E0139}" dt="2026-07-08T13:28:54.798" v="805" actId="1076"/>
          <ac:picMkLst>
            <pc:docMk/>
            <pc:sldMk cId="1724929422" sldId="291"/>
            <ac:picMk id="14" creationId="{69B56B34-03B5-ACBE-AA17-2A158FCDF90F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A66772-F185-4D58-B8BB-E9370D7A7A2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accent2_2" csCatId="accent2" phldr="1"/>
      <dgm:spPr/>
      <dgm:t>
        <a:bodyPr rtlCol="0"/>
        <a:lstStyle/>
        <a:p>
          <a:pPr rtl="0"/>
          <a:endParaRPr lang="en-US"/>
        </a:p>
      </dgm:t>
    </dgm:pt>
    <dgm:pt modelId="{40FC4FFE-8987-4A26-B7F4-8A516F18ADAE}">
      <dgm:prSet custT="1"/>
      <dgm:spPr/>
      <dgm:t>
        <a:bodyPr/>
        <a:lstStyle/>
        <a:p>
          <a:pPr>
            <a:lnSpc>
              <a:spcPct val="100000"/>
            </a:lnSpc>
            <a:buNone/>
          </a:pPr>
          <a:r>
            <a:rPr lang="de-DE" sz="1300" b="0" i="0" kern="1200" cap="all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Projektumfeld, Projektauslöser und die strategischen Ziele für das relationale Datenmodell ohne unnötigen Ballast.</a:t>
          </a:r>
          <a:endParaRPr lang="de-DE" sz="1300" b="0" i="0" kern="1200" cap="all" noProof="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Tw Cen MT" panose="020B0602020104020603"/>
            <a:ea typeface="+mn-ea"/>
            <a:cs typeface="+mn-cs"/>
          </a:endParaRPr>
        </a:p>
      </dgm:t>
    </dgm:pt>
    <dgm:pt modelId="{CAD7EF86-FB23-41F6-BF42-040B36DEFDB1}" type="parTrans" cxnId="{C7AD8469-3C68-4AF9-AB82-79B0043AA120}">
      <dgm:prSet/>
      <dgm:spPr/>
      <dgm:t>
        <a:bodyPr rtlCol="0"/>
        <a:lstStyle/>
        <a:p>
          <a:pPr rtl="0"/>
          <a:endParaRPr lang="de-DE" noProof="0" dirty="0"/>
        </a:p>
      </dgm:t>
    </dgm:pt>
    <dgm:pt modelId="{5B62599A-5C9B-48E7-896E-EA782AC60C8B}" type="sibTrans" cxnId="{C7AD8469-3C68-4AF9-AB82-79B0043AA120}">
      <dgm:prSet/>
      <dgm:spPr/>
      <dgm:t>
        <a:bodyPr rtlCol="0"/>
        <a:lstStyle/>
        <a:p>
          <a:pPr rtl="0"/>
          <a:endParaRPr lang="de-DE" noProof="0" dirty="0"/>
        </a:p>
      </dgm:t>
    </dgm:pt>
    <dgm:pt modelId="{49225C73-1633-42F1-AB3B-7CB183E5F8B8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de-DE" b="0" i="0" dirty="0"/>
            <a:t>Analyse des IST-Zustands, SOLL-Konzept, IHK-Zeitplanung (40h) und der formale ERD-Entwurf nach Systemnormen.</a:t>
          </a:r>
          <a:endParaRPr lang="de-DE" noProof="0" dirty="0"/>
        </a:p>
      </dgm:t>
    </dgm:pt>
    <dgm:pt modelId="{1A0E2090-1D4F-438A-8766-B6030CE01ADD}" type="parTrans" cxnId="{A9154303-8225-4248-91DC-1B0156A35F07}">
      <dgm:prSet/>
      <dgm:spPr/>
      <dgm:t>
        <a:bodyPr rtlCol="0"/>
        <a:lstStyle/>
        <a:p>
          <a:pPr rtl="0"/>
          <a:endParaRPr lang="de-DE" noProof="0" dirty="0"/>
        </a:p>
      </dgm:t>
    </dgm:pt>
    <dgm:pt modelId="{9646853A-8964-4519-A5B1-0B7D18B2983D}" type="sibTrans" cxnId="{A9154303-8225-4248-91DC-1B0156A35F07}">
      <dgm:prSet/>
      <dgm:spPr/>
      <dgm:t>
        <a:bodyPr rtlCol="0"/>
        <a:lstStyle/>
        <a:p>
          <a:pPr rtl="0"/>
          <a:endParaRPr lang="de-DE" noProof="0" dirty="0"/>
        </a:p>
      </dgm:t>
    </dgm:pt>
    <dgm:pt modelId="{1C383F32-22E8-4F62-A3E0-BDC3D5F48992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de-DE" b="0" i="0" dirty="0"/>
            <a:t>Physische SQL-Implementierung (DDL), relationale Verknüpfungen, komplexe Verbund-Tests und zeitlicher Soll/Ist-Vergleich.</a:t>
          </a:r>
          <a:endParaRPr lang="de-DE" noProof="0" dirty="0"/>
        </a:p>
      </dgm:t>
    </dgm:pt>
    <dgm:pt modelId="{A7920A2F-3244-4159-AF04-6A1D38B7B317}" type="parTrans" cxnId="{C4CCE57E-E871-46D6-BAD5-880252C95D22}">
      <dgm:prSet/>
      <dgm:spPr/>
      <dgm:t>
        <a:bodyPr rtlCol="0"/>
        <a:lstStyle/>
        <a:p>
          <a:pPr rtl="0"/>
          <a:endParaRPr lang="de-DE" noProof="0" dirty="0"/>
        </a:p>
      </dgm:t>
    </dgm:pt>
    <dgm:pt modelId="{8500F72A-2C6D-4FDF-9C1D-CA691380EB0B}" type="sibTrans" cxnId="{C4CCE57E-E871-46D6-BAD5-880252C95D22}">
      <dgm:prSet/>
      <dgm:spPr/>
      <dgm:t>
        <a:bodyPr rtlCol="0"/>
        <a:lstStyle/>
        <a:p>
          <a:pPr rtl="0"/>
          <a:endParaRPr lang="de-DE" noProof="0" dirty="0"/>
        </a:p>
      </dgm:t>
    </dgm:pt>
    <dgm:pt modelId="{50B3CE7C-E10B-4E23-BD93-03664997C932}" type="pres">
      <dgm:prSet presAssocID="{01A66772-F185-4D58-B8BB-E9370D7A7A2B}" presName="root" presStyleCnt="0">
        <dgm:presLayoutVars>
          <dgm:dir/>
          <dgm:resizeHandles val="exact"/>
        </dgm:presLayoutVars>
      </dgm:prSet>
      <dgm:spPr/>
    </dgm:pt>
    <dgm:pt modelId="{DE9CE479-E4AE-4283-AEF1-10C1535B4324}" type="pres">
      <dgm:prSet presAssocID="{40FC4FFE-8987-4A26-B7F4-8A516F18ADAE}" presName="compNode" presStyleCnt="0"/>
      <dgm:spPr/>
    </dgm:pt>
    <dgm:pt modelId="{B59FCF02-CAD2-4D6F-9542-AD86711168CA}" type="pres">
      <dgm:prSet presAssocID="{40FC4FFE-8987-4A26-B7F4-8A516F18ADAE}" presName="iconBgRect" presStyleLbl="bgShp" presStyleIdx="0" presStyleCnt="3"/>
      <dgm:spPr>
        <a:solidFill>
          <a:schemeClr val="accent1"/>
        </a:solidFill>
      </dgm:spPr>
    </dgm:pt>
    <dgm:pt modelId="{7C175B98-93F4-4D7C-BB95-1514AB879CD5}" type="pres">
      <dgm:prSet presAssocID="{40FC4FFE-8987-4A26-B7F4-8A516F18ADA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677A3090-5F01-43FD-9FA6-C0420AD80FD6}" type="pres">
      <dgm:prSet presAssocID="{40FC4FFE-8987-4A26-B7F4-8A516F18ADAE}" presName="spaceRect" presStyleCnt="0"/>
      <dgm:spPr/>
    </dgm:pt>
    <dgm:pt modelId="{127117FB-F8A7-4A20-A8A7-EC686DDC76D0}" type="pres">
      <dgm:prSet presAssocID="{40FC4FFE-8987-4A26-B7F4-8A516F18ADAE}" presName="textRect" presStyleLbl="revTx" presStyleIdx="0" presStyleCnt="3">
        <dgm:presLayoutVars>
          <dgm:chMax val="1"/>
          <dgm:chPref val="1"/>
        </dgm:presLayoutVars>
      </dgm:prSet>
      <dgm:spPr/>
    </dgm:pt>
    <dgm:pt modelId="{FD1EED9C-83D3-41AD-A09B-D3B36354168F}" type="pres">
      <dgm:prSet presAssocID="{5B62599A-5C9B-48E7-896E-EA782AC60C8B}" presName="sibTrans" presStyleCnt="0"/>
      <dgm:spPr/>
    </dgm:pt>
    <dgm:pt modelId="{C998AB0A-577D-44AA-A068-F634DDE7BD47}" type="pres">
      <dgm:prSet presAssocID="{49225C73-1633-42F1-AB3B-7CB183E5F8B8}" presName="compNode" presStyleCnt="0"/>
      <dgm:spPr/>
    </dgm:pt>
    <dgm:pt modelId="{BCD8CDD9-0C56-4401-ADB1-8B48DAB2C96F}" type="pres">
      <dgm:prSet presAssocID="{49225C73-1633-42F1-AB3B-7CB183E5F8B8}" presName="iconBgRect" presStyleLbl="bgShp" presStyleIdx="1" presStyleCnt="3"/>
      <dgm:spPr>
        <a:solidFill>
          <a:schemeClr val="accent1"/>
        </a:solidFill>
      </dgm:spPr>
    </dgm:pt>
    <dgm:pt modelId="{DB4CA7C4-FCA1-4127-B20A-2A5C031A3CF4}" type="pres">
      <dgm:prSet presAssocID="{49225C73-1633-42F1-AB3B-7CB183E5F8B8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bar chart"/>
        </a:ext>
      </dgm:extLst>
    </dgm:pt>
    <dgm:pt modelId="{9B0C8FBF-0BDD-48A5-967E-F3FE71659F6A}" type="pres">
      <dgm:prSet presAssocID="{49225C73-1633-42F1-AB3B-7CB183E5F8B8}" presName="spaceRect" presStyleCnt="0"/>
      <dgm:spPr/>
    </dgm:pt>
    <dgm:pt modelId="{7E6FE37A-5DB0-4899-9FCB-0CE39BC185F8}" type="pres">
      <dgm:prSet presAssocID="{49225C73-1633-42F1-AB3B-7CB183E5F8B8}" presName="textRect" presStyleLbl="revTx" presStyleIdx="1" presStyleCnt="3">
        <dgm:presLayoutVars>
          <dgm:chMax val="1"/>
          <dgm:chPref val="1"/>
        </dgm:presLayoutVars>
      </dgm:prSet>
      <dgm:spPr/>
    </dgm:pt>
    <dgm:pt modelId="{5A266296-0042-402F-92EF-D59AB148E92E}" type="pres">
      <dgm:prSet presAssocID="{9646853A-8964-4519-A5B1-0B7D18B2983D}" presName="sibTrans" presStyleCnt="0"/>
      <dgm:spPr/>
    </dgm:pt>
    <dgm:pt modelId="{ECFA770B-DE2C-4683-A038-58D0FE44BC27}" type="pres">
      <dgm:prSet presAssocID="{1C383F32-22E8-4F62-A3E0-BDC3D5F48992}" presName="compNode" presStyleCnt="0"/>
      <dgm:spPr/>
    </dgm:pt>
    <dgm:pt modelId="{FF93E135-77D6-48A0-8871-9BC93D705D06}" type="pres">
      <dgm:prSet presAssocID="{1C383F32-22E8-4F62-A3E0-BDC3D5F48992}" presName="iconBgRect" presStyleLbl="bgShp" presStyleIdx="2" presStyleCnt="3"/>
      <dgm:spPr>
        <a:solidFill>
          <a:schemeClr val="accent1"/>
        </a:solidFill>
      </dgm:spPr>
    </dgm:pt>
    <dgm:pt modelId="{39509775-983E-4110-B989-EE2CD6514BE0}" type="pres">
      <dgm:prSet presAssocID="{1C383F32-22E8-4F62-A3E0-BDC3D5F48992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493B43B2-705C-4AE5-8A77-D8DEEDA1B5CF}" type="pres">
      <dgm:prSet presAssocID="{1C383F32-22E8-4F62-A3E0-BDC3D5F48992}" presName="spaceRect" presStyleCnt="0"/>
      <dgm:spPr/>
    </dgm:pt>
    <dgm:pt modelId="{1AEDC777-00B3-41D7-9AE1-23D741E941C3}" type="pres">
      <dgm:prSet presAssocID="{1C383F32-22E8-4F62-A3E0-BDC3D5F4899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9154303-8225-4248-91DC-1B0156A35F07}" srcId="{01A66772-F185-4D58-B8BB-E9370D7A7A2B}" destId="{49225C73-1633-42F1-AB3B-7CB183E5F8B8}" srcOrd="1" destOrd="0" parTransId="{1A0E2090-1D4F-438A-8766-B6030CE01ADD}" sibTransId="{9646853A-8964-4519-A5B1-0B7D18B2983D}"/>
    <dgm:cxn modelId="{7A710F69-5154-4855-ACF5-BC7C1BF85A80}" type="presOf" srcId="{49225C73-1633-42F1-AB3B-7CB183E5F8B8}" destId="{7E6FE37A-5DB0-4899-9FCB-0CE39BC185F8}" srcOrd="0" destOrd="0" presId="urn:microsoft.com/office/officeart/2018/5/layout/IconCircleLabelList"/>
    <dgm:cxn modelId="{C7AD8469-3C68-4AF9-AB82-79B0043AA120}" srcId="{01A66772-F185-4D58-B8BB-E9370D7A7A2B}" destId="{40FC4FFE-8987-4A26-B7F4-8A516F18ADAE}" srcOrd="0" destOrd="0" parTransId="{CAD7EF86-FB23-41F6-BF42-040B36DEFDB1}" sibTransId="{5B62599A-5C9B-48E7-896E-EA782AC60C8B}"/>
    <dgm:cxn modelId="{676D3A6A-6EA7-4483-BB12-0BD4A7D7AF9D}" type="presOf" srcId="{01A66772-F185-4D58-B8BB-E9370D7A7A2B}" destId="{50B3CE7C-E10B-4E23-BD93-03664997C932}" srcOrd="0" destOrd="0" presId="urn:microsoft.com/office/officeart/2018/5/layout/IconCircleLabelList"/>
    <dgm:cxn modelId="{1496FC70-DB8B-48D4-98DE-DD2856E389EE}" type="presOf" srcId="{1C383F32-22E8-4F62-A3E0-BDC3D5F48992}" destId="{1AEDC777-00B3-41D7-9AE1-23D741E941C3}" srcOrd="0" destOrd="0" presId="urn:microsoft.com/office/officeart/2018/5/layout/IconCircleLabelList"/>
    <dgm:cxn modelId="{C4CCE57E-E871-46D6-BAD5-880252C95D22}" srcId="{01A66772-F185-4D58-B8BB-E9370D7A7A2B}" destId="{1C383F32-22E8-4F62-A3E0-BDC3D5F48992}" srcOrd="2" destOrd="0" parTransId="{A7920A2F-3244-4159-AF04-6A1D38B7B317}" sibTransId="{8500F72A-2C6D-4FDF-9C1D-CA691380EB0B}"/>
    <dgm:cxn modelId="{355227E3-55E0-4343-BC8D-FC0EB1694F48}" type="presOf" srcId="{40FC4FFE-8987-4A26-B7F4-8A516F18ADAE}" destId="{127117FB-F8A7-4A20-A8A7-EC686DDC76D0}" srcOrd="0" destOrd="0" presId="urn:microsoft.com/office/officeart/2018/5/layout/IconCircleLabelList"/>
    <dgm:cxn modelId="{555498CB-3ED1-404E-A25F-EB243EFC5FB1}" type="presParOf" srcId="{50B3CE7C-E10B-4E23-BD93-03664997C932}" destId="{DE9CE479-E4AE-4283-AEF1-10C1535B4324}" srcOrd="0" destOrd="0" presId="urn:microsoft.com/office/officeart/2018/5/layout/IconCircleLabelList"/>
    <dgm:cxn modelId="{11F12D49-CD08-4D50-BD13-3ECBC3A476A4}" type="presParOf" srcId="{DE9CE479-E4AE-4283-AEF1-10C1535B4324}" destId="{B59FCF02-CAD2-4D6F-9542-AD86711168CA}" srcOrd="0" destOrd="0" presId="urn:microsoft.com/office/officeart/2018/5/layout/IconCircleLabelList"/>
    <dgm:cxn modelId="{F443A659-540B-487B-97F9-49219CF60D6B}" type="presParOf" srcId="{DE9CE479-E4AE-4283-AEF1-10C1535B4324}" destId="{7C175B98-93F4-4D7C-BB95-1514AB879CD5}" srcOrd="1" destOrd="0" presId="urn:microsoft.com/office/officeart/2018/5/layout/IconCircleLabelList"/>
    <dgm:cxn modelId="{A503D7AB-7D64-4163-93B5-1CEEDAE81823}" type="presParOf" srcId="{DE9CE479-E4AE-4283-AEF1-10C1535B4324}" destId="{677A3090-5F01-43FD-9FA6-C0420AD80FD6}" srcOrd="2" destOrd="0" presId="urn:microsoft.com/office/officeart/2018/5/layout/IconCircleLabelList"/>
    <dgm:cxn modelId="{780188ED-7DCE-45BB-B6AF-91BE48969612}" type="presParOf" srcId="{DE9CE479-E4AE-4283-AEF1-10C1535B4324}" destId="{127117FB-F8A7-4A20-A8A7-EC686DDC76D0}" srcOrd="3" destOrd="0" presId="urn:microsoft.com/office/officeart/2018/5/layout/IconCircleLabelList"/>
    <dgm:cxn modelId="{155719F8-A89B-4E96-BC49-C48BC717F480}" type="presParOf" srcId="{50B3CE7C-E10B-4E23-BD93-03664997C932}" destId="{FD1EED9C-83D3-41AD-A09B-D3B36354168F}" srcOrd="1" destOrd="0" presId="urn:microsoft.com/office/officeart/2018/5/layout/IconCircleLabelList"/>
    <dgm:cxn modelId="{2772E199-56B0-4310-A55E-67D00CA3E59E}" type="presParOf" srcId="{50B3CE7C-E10B-4E23-BD93-03664997C932}" destId="{C998AB0A-577D-44AA-A068-F634DDE7BD47}" srcOrd="2" destOrd="0" presId="urn:microsoft.com/office/officeart/2018/5/layout/IconCircleLabelList"/>
    <dgm:cxn modelId="{4E351D18-D97F-4B92-A608-2E9600B91C28}" type="presParOf" srcId="{C998AB0A-577D-44AA-A068-F634DDE7BD47}" destId="{BCD8CDD9-0C56-4401-ADB1-8B48DAB2C96F}" srcOrd="0" destOrd="0" presId="urn:microsoft.com/office/officeart/2018/5/layout/IconCircleLabelList"/>
    <dgm:cxn modelId="{B3DC724C-4569-4E9D-BD5A-49E4CD991FD0}" type="presParOf" srcId="{C998AB0A-577D-44AA-A068-F634DDE7BD47}" destId="{DB4CA7C4-FCA1-4127-B20A-2A5C031A3CF4}" srcOrd="1" destOrd="0" presId="urn:microsoft.com/office/officeart/2018/5/layout/IconCircleLabelList"/>
    <dgm:cxn modelId="{AD1AB552-CCE0-4911-BB9E-5D4A60B21F4F}" type="presParOf" srcId="{C998AB0A-577D-44AA-A068-F634DDE7BD47}" destId="{9B0C8FBF-0BDD-48A5-967E-F3FE71659F6A}" srcOrd="2" destOrd="0" presId="urn:microsoft.com/office/officeart/2018/5/layout/IconCircleLabelList"/>
    <dgm:cxn modelId="{8558F796-2D01-40FE-A21A-7530EEBC3BC3}" type="presParOf" srcId="{C998AB0A-577D-44AA-A068-F634DDE7BD47}" destId="{7E6FE37A-5DB0-4899-9FCB-0CE39BC185F8}" srcOrd="3" destOrd="0" presId="urn:microsoft.com/office/officeart/2018/5/layout/IconCircleLabelList"/>
    <dgm:cxn modelId="{1532E2BE-82E9-40A4-A6F7-40B60FC879AE}" type="presParOf" srcId="{50B3CE7C-E10B-4E23-BD93-03664997C932}" destId="{5A266296-0042-402F-92EF-D59AB148E92E}" srcOrd="3" destOrd="0" presId="urn:microsoft.com/office/officeart/2018/5/layout/IconCircleLabelList"/>
    <dgm:cxn modelId="{3A7F4DB9-1469-4F58-B633-24B7EEE084D1}" type="presParOf" srcId="{50B3CE7C-E10B-4E23-BD93-03664997C932}" destId="{ECFA770B-DE2C-4683-A038-58D0FE44BC27}" srcOrd="4" destOrd="0" presId="urn:microsoft.com/office/officeart/2018/5/layout/IconCircleLabelList"/>
    <dgm:cxn modelId="{91311827-CDAC-4BA8-B4A3-117AFD1CEE2D}" type="presParOf" srcId="{ECFA770B-DE2C-4683-A038-58D0FE44BC27}" destId="{FF93E135-77D6-48A0-8871-9BC93D705D06}" srcOrd="0" destOrd="0" presId="urn:microsoft.com/office/officeart/2018/5/layout/IconCircleLabelList"/>
    <dgm:cxn modelId="{83B7CA40-11B7-4507-8422-A40F02D469B2}" type="presParOf" srcId="{ECFA770B-DE2C-4683-A038-58D0FE44BC27}" destId="{39509775-983E-4110-B989-EE2CD6514BE0}" srcOrd="1" destOrd="0" presId="urn:microsoft.com/office/officeart/2018/5/layout/IconCircleLabelList"/>
    <dgm:cxn modelId="{A44BB251-01EB-4DEF-A28C-6D495183E4DC}" type="presParOf" srcId="{ECFA770B-DE2C-4683-A038-58D0FE44BC27}" destId="{493B43B2-705C-4AE5-8A77-D8DEEDA1B5CF}" srcOrd="2" destOrd="0" presId="urn:microsoft.com/office/officeart/2018/5/layout/IconCircleLabelList"/>
    <dgm:cxn modelId="{1EFA52DF-3C80-4DAA-BED6-AFE2F81796B2}" type="presParOf" srcId="{ECFA770B-DE2C-4683-A038-58D0FE44BC27}" destId="{1AEDC777-00B3-41D7-9AE1-23D741E941C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1A66772-F185-4D58-B8BB-E9370D7A7A2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accent2_2" csCatId="accent2" phldr="1"/>
      <dgm:spPr/>
      <dgm:t>
        <a:bodyPr rtlCol="0"/>
        <a:lstStyle/>
        <a:p>
          <a:pPr rtl="0"/>
          <a:endParaRPr lang="en-US"/>
        </a:p>
      </dgm:t>
    </dgm:pt>
    <dgm:pt modelId="{49225C73-1633-42F1-AB3B-7CB183E5F8B8}">
      <dgm:prSet custT="1"/>
      <dgm:spPr/>
      <dgm:t>
        <a:bodyPr rtlCol="0"/>
        <a:lstStyle/>
        <a:p>
          <a:pPr algn="ctr" rtl="0">
            <a:lnSpc>
              <a:spcPct val="100000"/>
            </a:lnSpc>
            <a:defRPr cap="all"/>
          </a:pPr>
          <a:r>
            <a:rPr lang="de-DE" sz="1200" dirty="0"/>
            <a:t>Direkte Speicherung des Kaufpreises zum Bestellzeitpunkt. Nachträgliche Preisänderungen im Artikelfortbestand verfälschen somit keine historischen Umsatzdaten.</a:t>
          </a:r>
          <a:endParaRPr lang="de-DE" sz="1200" noProof="0" dirty="0"/>
        </a:p>
      </dgm:t>
    </dgm:pt>
    <dgm:pt modelId="{1A0E2090-1D4F-438A-8766-B6030CE01ADD}" type="parTrans" cxnId="{A9154303-8225-4248-91DC-1B0156A35F07}">
      <dgm:prSet/>
      <dgm:spPr/>
      <dgm:t>
        <a:bodyPr rtlCol="0"/>
        <a:lstStyle/>
        <a:p>
          <a:pPr rtl="0"/>
          <a:endParaRPr lang="de-DE" noProof="0" dirty="0"/>
        </a:p>
      </dgm:t>
    </dgm:pt>
    <dgm:pt modelId="{9646853A-8964-4519-A5B1-0B7D18B2983D}" type="sibTrans" cxnId="{A9154303-8225-4248-91DC-1B0156A35F07}">
      <dgm:prSet/>
      <dgm:spPr/>
      <dgm:t>
        <a:bodyPr rtlCol="0"/>
        <a:lstStyle/>
        <a:p>
          <a:pPr rtl="0"/>
          <a:endParaRPr lang="de-DE" noProof="0" dirty="0"/>
        </a:p>
      </dgm:t>
    </dgm:pt>
    <dgm:pt modelId="{1C383F32-22E8-4F62-A3E0-BDC3D5F48992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de-DE" dirty="0"/>
            <a:t>Bereitstellung optimierter Verbundabfragen (Joins) zur direkten Identifikation von Umsatztreibern, Kaufverhalten (Top-/Bottom-Kunden) und Lieferantenperformance.</a:t>
          </a:r>
          <a:endParaRPr lang="de-DE" noProof="0" dirty="0"/>
        </a:p>
      </dgm:t>
    </dgm:pt>
    <dgm:pt modelId="{A7920A2F-3244-4159-AF04-6A1D38B7B317}" type="parTrans" cxnId="{C4CCE57E-E871-46D6-BAD5-880252C95D22}">
      <dgm:prSet/>
      <dgm:spPr/>
      <dgm:t>
        <a:bodyPr rtlCol="0"/>
        <a:lstStyle/>
        <a:p>
          <a:pPr rtl="0"/>
          <a:endParaRPr lang="de-DE" noProof="0" dirty="0"/>
        </a:p>
      </dgm:t>
    </dgm:pt>
    <dgm:pt modelId="{8500F72A-2C6D-4FDF-9C1D-CA691380EB0B}" type="sibTrans" cxnId="{C4CCE57E-E871-46D6-BAD5-880252C95D22}">
      <dgm:prSet/>
      <dgm:spPr/>
      <dgm:t>
        <a:bodyPr rtlCol="0"/>
        <a:lstStyle/>
        <a:p>
          <a:pPr rtl="0"/>
          <a:endParaRPr lang="de-DE" noProof="0" dirty="0"/>
        </a:p>
      </dgm:t>
    </dgm:pt>
    <dgm:pt modelId="{40FC4FFE-8987-4A26-B7F4-8A516F18ADAE}">
      <dgm:prSet custT="1"/>
      <dgm:spPr/>
      <dgm:t>
        <a:bodyPr/>
        <a:lstStyle/>
        <a:p>
          <a:pPr>
            <a:lnSpc>
              <a:spcPct val="100000"/>
            </a:lnSpc>
            <a:buNone/>
          </a:pPr>
          <a:r>
            <a:rPr lang="de-DE" sz="1200" b="0" i="0" kern="1200" cap="all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Einhaltung der 3. Normalform (3NF) für redundanzfreie Speicherung aller Kunden-, Bestell- und Lieferprozesse.</a:t>
          </a:r>
          <a:endParaRPr lang="de-DE" sz="1200" b="0" i="0" kern="1200" cap="all" noProof="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Tw Cen MT" panose="020B0602020104020603"/>
            <a:ea typeface="+mn-ea"/>
            <a:cs typeface="+mn-cs"/>
          </a:endParaRPr>
        </a:p>
      </dgm:t>
    </dgm:pt>
    <dgm:pt modelId="{5B62599A-5C9B-48E7-896E-EA782AC60C8B}" type="sibTrans" cxnId="{C7AD8469-3C68-4AF9-AB82-79B0043AA120}">
      <dgm:prSet/>
      <dgm:spPr/>
      <dgm:t>
        <a:bodyPr rtlCol="0"/>
        <a:lstStyle/>
        <a:p>
          <a:pPr rtl="0"/>
          <a:endParaRPr lang="de-DE" noProof="0" dirty="0"/>
        </a:p>
      </dgm:t>
    </dgm:pt>
    <dgm:pt modelId="{CAD7EF86-FB23-41F6-BF42-040B36DEFDB1}" type="parTrans" cxnId="{C7AD8469-3C68-4AF9-AB82-79B0043AA120}">
      <dgm:prSet/>
      <dgm:spPr/>
      <dgm:t>
        <a:bodyPr rtlCol="0"/>
        <a:lstStyle/>
        <a:p>
          <a:pPr rtl="0"/>
          <a:endParaRPr lang="de-DE" noProof="0" dirty="0"/>
        </a:p>
      </dgm:t>
    </dgm:pt>
    <dgm:pt modelId="{50B3CE7C-E10B-4E23-BD93-03664997C932}" type="pres">
      <dgm:prSet presAssocID="{01A66772-F185-4D58-B8BB-E9370D7A7A2B}" presName="root" presStyleCnt="0">
        <dgm:presLayoutVars>
          <dgm:dir/>
          <dgm:resizeHandles val="exact"/>
        </dgm:presLayoutVars>
      </dgm:prSet>
      <dgm:spPr/>
    </dgm:pt>
    <dgm:pt modelId="{DE9CE479-E4AE-4283-AEF1-10C1535B4324}" type="pres">
      <dgm:prSet presAssocID="{40FC4FFE-8987-4A26-B7F4-8A516F18ADAE}" presName="compNode" presStyleCnt="0"/>
      <dgm:spPr/>
    </dgm:pt>
    <dgm:pt modelId="{B59FCF02-CAD2-4D6F-9542-AD86711168CA}" type="pres">
      <dgm:prSet presAssocID="{40FC4FFE-8987-4A26-B7F4-8A516F18ADAE}" presName="iconBgRect" presStyleLbl="bgShp" presStyleIdx="0" presStyleCnt="3" custLinFactNeighborX="-1668"/>
      <dgm:spPr>
        <a:solidFill>
          <a:schemeClr val="accent1"/>
        </a:solidFill>
      </dgm:spPr>
    </dgm:pt>
    <dgm:pt modelId="{7C175B98-93F4-4D7C-BB95-1514AB879CD5}" type="pres">
      <dgm:prSet presAssocID="{40FC4FFE-8987-4A26-B7F4-8A516F18ADAE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 mit einfarbiger Füllung"/>
        </a:ext>
      </dgm:extLst>
    </dgm:pt>
    <dgm:pt modelId="{677A3090-5F01-43FD-9FA6-C0420AD80FD6}" type="pres">
      <dgm:prSet presAssocID="{40FC4FFE-8987-4A26-B7F4-8A516F18ADAE}" presName="spaceRect" presStyleCnt="0"/>
      <dgm:spPr/>
    </dgm:pt>
    <dgm:pt modelId="{127117FB-F8A7-4A20-A8A7-EC686DDC76D0}" type="pres">
      <dgm:prSet presAssocID="{40FC4FFE-8987-4A26-B7F4-8A516F18ADAE}" presName="textRect" presStyleLbl="revTx" presStyleIdx="0" presStyleCnt="3">
        <dgm:presLayoutVars>
          <dgm:chMax val="1"/>
          <dgm:chPref val="1"/>
        </dgm:presLayoutVars>
      </dgm:prSet>
      <dgm:spPr/>
    </dgm:pt>
    <dgm:pt modelId="{FD1EED9C-83D3-41AD-A09B-D3B36354168F}" type="pres">
      <dgm:prSet presAssocID="{5B62599A-5C9B-48E7-896E-EA782AC60C8B}" presName="sibTrans" presStyleCnt="0"/>
      <dgm:spPr/>
    </dgm:pt>
    <dgm:pt modelId="{C998AB0A-577D-44AA-A068-F634DDE7BD47}" type="pres">
      <dgm:prSet presAssocID="{49225C73-1633-42F1-AB3B-7CB183E5F8B8}" presName="compNode" presStyleCnt="0"/>
      <dgm:spPr/>
    </dgm:pt>
    <dgm:pt modelId="{BCD8CDD9-0C56-4401-ADB1-8B48DAB2C96F}" type="pres">
      <dgm:prSet presAssocID="{49225C73-1633-42F1-AB3B-7CB183E5F8B8}" presName="iconBgRect" presStyleLbl="bgShp" presStyleIdx="1" presStyleCnt="3"/>
      <dgm:spPr>
        <a:solidFill>
          <a:schemeClr val="accent1"/>
        </a:solidFill>
      </dgm:spPr>
    </dgm:pt>
    <dgm:pt modelId="{DB4CA7C4-FCA1-4127-B20A-2A5C031A3CF4}" type="pres">
      <dgm:prSet presAssocID="{49225C73-1633-42F1-AB3B-7CB183E5F8B8}" presName="icon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hild Häkchen mit einfarbiger Füllung"/>
        </a:ext>
      </dgm:extLst>
    </dgm:pt>
    <dgm:pt modelId="{9B0C8FBF-0BDD-48A5-967E-F3FE71659F6A}" type="pres">
      <dgm:prSet presAssocID="{49225C73-1633-42F1-AB3B-7CB183E5F8B8}" presName="spaceRect" presStyleCnt="0"/>
      <dgm:spPr/>
    </dgm:pt>
    <dgm:pt modelId="{7E6FE37A-5DB0-4899-9FCB-0CE39BC185F8}" type="pres">
      <dgm:prSet presAssocID="{49225C73-1633-42F1-AB3B-7CB183E5F8B8}" presName="textRect" presStyleLbl="revTx" presStyleIdx="1" presStyleCnt="3">
        <dgm:presLayoutVars>
          <dgm:chMax val="1"/>
          <dgm:chPref val="1"/>
        </dgm:presLayoutVars>
      </dgm:prSet>
      <dgm:spPr/>
    </dgm:pt>
    <dgm:pt modelId="{5A266296-0042-402F-92EF-D59AB148E92E}" type="pres">
      <dgm:prSet presAssocID="{9646853A-8964-4519-A5B1-0B7D18B2983D}" presName="sibTrans" presStyleCnt="0"/>
      <dgm:spPr/>
    </dgm:pt>
    <dgm:pt modelId="{ECFA770B-DE2C-4683-A038-58D0FE44BC27}" type="pres">
      <dgm:prSet presAssocID="{1C383F32-22E8-4F62-A3E0-BDC3D5F48992}" presName="compNode" presStyleCnt="0"/>
      <dgm:spPr/>
    </dgm:pt>
    <dgm:pt modelId="{FF93E135-77D6-48A0-8871-9BC93D705D06}" type="pres">
      <dgm:prSet presAssocID="{1C383F32-22E8-4F62-A3E0-BDC3D5F48992}" presName="iconBgRect" presStyleLbl="bgShp" presStyleIdx="2" presStyleCnt="3"/>
      <dgm:spPr>
        <a:solidFill>
          <a:schemeClr val="accent1"/>
        </a:solidFill>
      </dgm:spPr>
    </dgm:pt>
    <dgm:pt modelId="{39509775-983E-4110-B989-EE2CD6514BE0}" type="pres">
      <dgm:prSet presAssocID="{1C383F32-22E8-4F62-A3E0-BDC3D5F48992}" presName="iconRect" presStyleLbl="node1" presStyleIdx="2" presStyleCnt="3" custLinFactNeighborX="-2906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ssgerät mit einfarbiger Füllung"/>
        </a:ext>
      </dgm:extLst>
    </dgm:pt>
    <dgm:pt modelId="{493B43B2-705C-4AE5-8A77-D8DEEDA1B5CF}" type="pres">
      <dgm:prSet presAssocID="{1C383F32-22E8-4F62-A3E0-BDC3D5F48992}" presName="spaceRect" presStyleCnt="0"/>
      <dgm:spPr/>
    </dgm:pt>
    <dgm:pt modelId="{1AEDC777-00B3-41D7-9AE1-23D741E941C3}" type="pres">
      <dgm:prSet presAssocID="{1C383F32-22E8-4F62-A3E0-BDC3D5F4899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9154303-8225-4248-91DC-1B0156A35F07}" srcId="{01A66772-F185-4D58-B8BB-E9370D7A7A2B}" destId="{49225C73-1633-42F1-AB3B-7CB183E5F8B8}" srcOrd="1" destOrd="0" parTransId="{1A0E2090-1D4F-438A-8766-B6030CE01ADD}" sibTransId="{9646853A-8964-4519-A5B1-0B7D18B2983D}"/>
    <dgm:cxn modelId="{7A710F69-5154-4855-ACF5-BC7C1BF85A80}" type="presOf" srcId="{49225C73-1633-42F1-AB3B-7CB183E5F8B8}" destId="{7E6FE37A-5DB0-4899-9FCB-0CE39BC185F8}" srcOrd="0" destOrd="0" presId="urn:microsoft.com/office/officeart/2018/5/layout/IconCircleLabelList"/>
    <dgm:cxn modelId="{C7AD8469-3C68-4AF9-AB82-79B0043AA120}" srcId="{01A66772-F185-4D58-B8BB-E9370D7A7A2B}" destId="{40FC4FFE-8987-4A26-B7F4-8A516F18ADAE}" srcOrd="0" destOrd="0" parTransId="{CAD7EF86-FB23-41F6-BF42-040B36DEFDB1}" sibTransId="{5B62599A-5C9B-48E7-896E-EA782AC60C8B}"/>
    <dgm:cxn modelId="{676D3A6A-6EA7-4483-BB12-0BD4A7D7AF9D}" type="presOf" srcId="{01A66772-F185-4D58-B8BB-E9370D7A7A2B}" destId="{50B3CE7C-E10B-4E23-BD93-03664997C932}" srcOrd="0" destOrd="0" presId="urn:microsoft.com/office/officeart/2018/5/layout/IconCircleLabelList"/>
    <dgm:cxn modelId="{1496FC70-DB8B-48D4-98DE-DD2856E389EE}" type="presOf" srcId="{1C383F32-22E8-4F62-A3E0-BDC3D5F48992}" destId="{1AEDC777-00B3-41D7-9AE1-23D741E941C3}" srcOrd="0" destOrd="0" presId="urn:microsoft.com/office/officeart/2018/5/layout/IconCircleLabelList"/>
    <dgm:cxn modelId="{C4CCE57E-E871-46D6-BAD5-880252C95D22}" srcId="{01A66772-F185-4D58-B8BB-E9370D7A7A2B}" destId="{1C383F32-22E8-4F62-A3E0-BDC3D5F48992}" srcOrd="2" destOrd="0" parTransId="{A7920A2F-3244-4159-AF04-6A1D38B7B317}" sibTransId="{8500F72A-2C6D-4FDF-9C1D-CA691380EB0B}"/>
    <dgm:cxn modelId="{355227E3-55E0-4343-BC8D-FC0EB1694F48}" type="presOf" srcId="{40FC4FFE-8987-4A26-B7F4-8A516F18ADAE}" destId="{127117FB-F8A7-4A20-A8A7-EC686DDC76D0}" srcOrd="0" destOrd="0" presId="urn:microsoft.com/office/officeart/2018/5/layout/IconCircleLabelList"/>
    <dgm:cxn modelId="{555498CB-3ED1-404E-A25F-EB243EFC5FB1}" type="presParOf" srcId="{50B3CE7C-E10B-4E23-BD93-03664997C932}" destId="{DE9CE479-E4AE-4283-AEF1-10C1535B4324}" srcOrd="0" destOrd="0" presId="urn:microsoft.com/office/officeart/2018/5/layout/IconCircleLabelList"/>
    <dgm:cxn modelId="{11F12D49-CD08-4D50-BD13-3ECBC3A476A4}" type="presParOf" srcId="{DE9CE479-E4AE-4283-AEF1-10C1535B4324}" destId="{B59FCF02-CAD2-4D6F-9542-AD86711168CA}" srcOrd="0" destOrd="0" presId="urn:microsoft.com/office/officeart/2018/5/layout/IconCircleLabelList"/>
    <dgm:cxn modelId="{F443A659-540B-487B-97F9-49219CF60D6B}" type="presParOf" srcId="{DE9CE479-E4AE-4283-AEF1-10C1535B4324}" destId="{7C175B98-93F4-4D7C-BB95-1514AB879CD5}" srcOrd="1" destOrd="0" presId="urn:microsoft.com/office/officeart/2018/5/layout/IconCircleLabelList"/>
    <dgm:cxn modelId="{A503D7AB-7D64-4163-93B5-1CEEDAE81823}" type="presParOf" srcId="{DE9CE479-E4AE-4283-AEF1-10C1535B4324}" destId="{677A3090-5F01-43FD-9FA6-C0420AD80FD6}" srcOrd="2" destOrd="0" presId="urn:microsoft.com/office/officeart/2018/5/layout/IconCircleLabelList"/>
    <dgm:cxn modelId="{780188ED-7DCE-45BB-B6AF-91BE48969612}" type="presParOf" srcId="{DE9CE479-E4AE-4283-AEF1-10C1535B4324}" destId="{127117FB-F8A7-4A20-A8A7-EC686DDC76D0}" srcOrd="3" destOrd="0" presId="urn:microsoft.com/office/officeart/2018/5/layout/IconCircleLabelList"/>
    <dgm:cxn modelId="{155719F8-A89B-4E96-BC49-C48BC717F480}" type="presParOf" srcId="{50B3CE7C-E10B-4E23-BD93-03664997C932}" destId="{FD1EED9C-83D3-41AD-A09B-D3B36354168F}" srcOrd="1" destOrd="0" presId="urn:microsoft.com/office/officeart/2018/5/layout/IconCircleLabelList"/>
    <dgm:cxn modelId="{2772E199-56B0-4310-A55E-67D00CA3E59E}" type="presParOf" srcId="{50B3CE7C-E10B-4E23-BD93-03664997C932}" destId="{C998AB0A-577D-44AA-A068-F634DDE7BD47}" srcOrd="2" destOrd="0" presId="urn:microsoft.com/office/officeart/2018/5/layout/IconCircleLabelList"/>
    <dgm:cxn modelId="{4E351D18-D97F-4B92-A608-2E9600B91C28}" type="presParOf" srcId="{C998AB0A-577D-44AA-A068-F634DDE7BD47}" destId="{BCD8CDD9-0C56-4401-ADB1-8B48DAB2C96F}" srcOrd="0" destOrd="0" presId="urn:microsoft.com/office/officeart/2018/5/layout/IconCircleLabelList"/>
    <dgm:cxn modelId="{B3DC724C-4569-4E9D-BD5A-49E4CD991FD0}" type="presParOf" srcId="{C998AB0A-577D-44AA-A068-F634DDE7BD47}" destId="{DB4CA7C4-FCA1-4127-B20A-2A5C031A3CF4}" srcOrd="1" destOrd="0" presId="urn:microsoft.com/office/officeart/2018/5/layout/IconCircleLabelList"/>
    <dgm:cxn modelId="{AD1AB552-CCE0-4911-BB9E-5D4A60B21F4F}" type="presParOf" srcId="{C998AB0A-577D-44AA-A068-F634DDE7BD47}" destId="{9B0C8FBF-0BDD-48A5-967E-F3FE71659F6A}" srcOrd="2" destOrd="0" presId="urn:microsoft.com/office/officeart/2018/5/layout/IconCircleLabelList"/>
    <dgm:cxn modelId="{8558F796-2D01-40FE-A21A-7530EEBC3BC3}" type="presParOf" srcId="{C998AB0A-577D-44AA-A068-F634DDE7BD47}" destId="{7E6FE37A-5DB0-4899-9FCB-0CE39BC185F8}" srcOrd="3" destOrd="0" presId="urn:microsoft.com/office/officeart/2018/5/layout/IconCircleLabelList"/>
    <dgm:cxn modelId="{1532E2BE-82E9-40A4-A6F7-40B60FC879AE}" type="presParOf" srcId="{50B3CE7C-E10B-4E23-BD93-03664997C932}" destId="{5A266296-0042-402F-92EF-D59AB148E92E}" srcOrd="3" destOrd="0" presId="urn:microsoft.com/office/officeart/2018/5/layout/IconCircleLabelList"/>
    <dgm:cxn modelId="{3A7F4DB9-1469-4F58-B633-24B7EEE084D1}" type="presParOf" srcId="{50B3CE7C-E10B-4E23-BD93-03664997C932}" destId="{ECFA770B-DE2C-4683-A038-58D0FE44BC27}" srcOrd="4" destOrd="0" presId="urn:microsoft.com/office/officeart/2018/5/layout/IconCircleLabelList"/>
    <dgm:cxn modelId="{91311827-CDAC-4BA8-B4A3-117AFD1CEE2D}" type="presParOf" srcId="{ECFA770B-DE2C-4683-A038-58D0FE44BC27}" destId="{FF93E135-77D6-48A0-8871-9BC93D705D06}" srcOrd="0" destOrd="0" presId="urn:microsoft.com/office/officeart/2018/5/layout/IconCircleLabelList"/>
    <dgm:cxn modelId="{83B7CA40-11B7-4507-8422-A40F02D469B2}" type="presParOf" srcId="{ECFA770B-DE2C-4683-A038-58D0FE44BC27}" destId="{39509775-983E-4110-B989-EE2CD6514BE0}" srcOrd="1" destOrd="0" presId="urn:microsoft.com/office/officeart/2018/5/layout/IconCircleLabelList"/>
    <dgm:cxn modelId="{A44BB251-01EB-4DEF-A28C-6D495183E4DC}" type="presParOf" srcId="{ECFA770B-DE2C-4683-A038-58D0FE44BC27}" destId="{493B43B2-705C-4AE5-8A77-D8DEEDA1B5CF}" srcOrd="2" destOrd="0" presId="urn:microsoft.com/office/officeart/2018/5/layout/IconCircleLabelList"/>
    <dgm:cxn modelId="{1EFA52DF-3C80-4DAA-BED6-AFE2F81796B2}" type="presParOf" srcId="{ECFA770B-DE2C-4683-A038-58D0FE44BC27}" destId="{1AEDC777-00B3-41D7-9AE1-23D741E941C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F39D742-7C03-450B-BD0C-E94B1CCD92F5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9AAAC2-C7A0-41D5-9A95-4EFFBFAFD967}">
      <dgm:prSet/>
      <dgm:spPr/>
      <dgm:t>
        <a:bodyPr/>
        <a:lstStyle/>
        <a:p>
          <a:r>
            <a:rPr lang="de-DE" b="1" dirty="0"/>
            <a:t>× IST:</a:t>
          </a:r>
          <a:r>
            <a:rPr lang="de-DE" dirty="0"/>
            <a:t> Unkoordinierter Datenzugriff führt zu inkonsistenten Bestellständen.</a:t>
          </a:r>
          <a:endParaRPr lang="en-US" dirty="0"/>
        </a:p>
      </dgm:t>
    </dgm:pt>
    <dgm:pt modelId="{11B7D471-6A76-414A-8F2B-41C8CCA1E741}" type="parTrans" cxnId="{9396C99D-FB85-4ED8-95C5-355C66D4A608}">
      <dgm:prSet/>
      <dgm:spPr/>
      <dgm:t>
        <a:bodyPr/>
        <a:lstStyle/>
        <a:p>
          <a:endParaRPr lang="en-US"/>
        </a:p>
      </dgm:t>
    </dgm:pt>
    <dgm:pt modelId="{DB01EE83-729C-4B75-A634-AB4EFC1278D0}" type="sibTrans" cxnId="{9396C99D-FB85-4ED8-95C5-355C66D4A608}">
      <dgm:prSet/>
      <dgm:spPr/>
      <dgm:t>
        <a:bodyPr/>
        <a:lstStyle/>
        <a:p>
          <a:endParaRPr lang="en-US"/>
        </a:p>
      </dgm:t>
    </dgm:pt>
    <dgm:pt modelId="{7E47EA43-EAE8-439B-B88C-F42543934388}">
      <dgm:prSet/>
      <dgm:spPr/>
      <dgm:t>
        <a:bodyPr/>
        <a:lstStyle/>
        <a:p>
          <a:r>
            <a:rPr lang="de-DE" b="1" dirty="0"/>
            <a:t>× IST:</a:t>
          </a:r>
          <a:r>
            <a:rPr lang="de-DE" dirty="0"/>
            <a:t> Fehlende Zuordnung zwischen Lieferanten und bestellbaren Produkten.</a:t>
          </a:r>
          <a:endParaRPr lang="en-US" dirty="0"/>
        </a:p>
      </dgm:t>
    </dgm:pt>
    <dgm:pt modelId="{7FA8339A-C38A-44C9-BB19-67A4E72E2067}" type="parTrans" cxnId="{0E5F3B96-A8EC-4C99-940B-A463A19D5041}">
      <dgm:prSet/>
      <dgm:spPr/>
      <dgm:t>
        <a:bodyPr/>
        <a:lstStyle/>
        <a:p>
          <a:endParaRPr lang="en-US"/>
        </a:p>
      </dgm:t>
    </dgm:pt>
    <dgm:pt modelId="{3CE9D5DB-666B-4497-BDE9-2CF37445CFCC}" type="sibTrans" cxnId="{0E5F3B96-A8EC-4C99-940B-A463A19D5041}">
      <dgm:prSet/>
      <dgm:spPr/>
      <dgm:t>
        <a:bodyPr/>
        <a:lstStyle/>
        <a:p>
          <a:endParaRPr lang="en-US"/>
        </a:p>
      </dgm:t>
    </dgm:pt>
    <dgm:pt modelId="{B50CD882-9A3E-4633-B5E0-2170556A1A60}">
      <dgm:prSet/>
      <dgm:spPr/>
      <dgm:t>
        <a:bodyPr/>
        <a:lstStyle/>
        <a:p>
          <a:r>
            <a:rPr lang="de-DE" b="1" dirty="0"/>
            <a:t>✓ SOLL:</a:t>
          </a:r>
          <a:r>
            <a:rPr lang="de-DE" dirty="0"/>
            <a:t> Relationales DBMS sichert die Datenkonsistenz und ACID-Kriterien.</a:t>
          </a:r>
          <a:endParaRPr lang="en-US" dirty="0"/>
        </a:p>
      </dgm:t>
    </dgm:pt>
    <dgm:pt modelId="{6977038C-DB21-4E3F-A136-144C8D1A89B2}" type="parTrans" cxnId="{428E0194-0901-415F-8CB6-E5E81C2B8A12}">
      <dgm:prSet/>
      <dgm:spPr/>
      <dgm:t>
        <a:bodyPr/>
        <a:lstStyle/>
        <a:p>
          <a:endParaRPr lang="en-US"/>
        </a:p>
      </dgm:t>
    </dgm:pt>
    <dgm:pt modelId="{658E95BF-8E99-4BDF-8CBC-F40D506205A0}" type="sibTrans" cxnId="{428E0194-0901-415F-8CB6-E5E81C2B8A12}">
      <dgm:prSet/>
      <dgm:spPr/>
      <dgm:t>
        <a:bodyPr/>
        <a:lstStyle/>
        <a:p>
          <a:endParaRPr lang="en-US"/>
        </a:p>
      </dgm:t>
    </dgm:pt>
    <dgm:pt modelId="{BB526692-B257-48A6-961A-DF3BC7570F5F}">
      <dgm:prSet/>
      <dgm:spPr/>
      <dgm:t>
        <a:bodyPr/>
        <a:lstStyle/>
        <a:p>
          <a:r>
            <a:rPr lang="de-DE" b="1" dirty="0"/>
            <a:t>✓ SOLL:</a:t>
          </a:r>
          <a:r>
            <a:rPr lang="de-DE" dirty="0"/>
            <a:t> Eindeutige Zuweisung von Lieferanten zu einzelnen Produkten (1:n).</a:t>
          </a:r>
          <a:endParaRPr lang="en-US" dirty="0"/>
        </a:p>
      </dgm:t>
    </dgm:pt>
    <dgm:pt modelId="{F2CDEAC8-51D3-415A-8965-33F76BAC5039}" type="parTrans" cxnId="{BAE0089F-5C39-4438-A0AC-FED28A3DC9A2}">
      <dgm:prSet/>
      <dgm:spPr/>
      <dgm:t>
        <a:bodyPr/>
        <a:lstStyle/>
        <a:p>
          <a:endParaRPr lang="en-US"/>
        </a:p>
      </dgm:t>
    </dgm:pt>
    <dgm:pt modelId="{7C2FDF4E-0E38-45F7-8D64-035EABE6B057}" type="sibTrans" cxnId="{BAE0089F-5C39-4438-A0AC-FED28A3DC9A2}">
      <dgm:prSet/>
      <dgm:spPr/>
      <dgm:t>
        <a:bodyPr/>
        <a:lstStyle/>
        <a:p>
          <a:endParaRPr lang="en-US"/>
        </a:p>
      </dgm:t>
    </dgm:pt>
    <dgm:pt modelId="{080E7B97-3055-4EA7-B83C-8C9BC4EB245B}">
      <dgm:prSet/>
      <dgm:spPr/>
      <dgm:t>
        <a:bodyPr/>
        <a:lstStyle/>
        <a:p>
          <a:r>
            <a:rPr lang="de-DE" b="1" dirty="0"/>
            <a:t>✓ SOLL:</a:t>
          </a:r>
          <a:r>
            <a:rPr lang="de-DE" dirty="0"/>
            <a:t> Aggregiertes Tracking aller getätigten Bestellmengen je Kunde.</a:t>
          </a:r>
          <a:endParaRPr lang="en-US" dirty="0"/>
        </a:p>
      </dgm:t>
    </dgm:pt>
    <dgm:pt modelId="{8113924F-6DBC-4A2F-84D2-D09ED932C5B0}" type="parTrans" cxnId="{A5E13BE9-A043-445D-B092-CD1A2B2CAAAC}">
      <dgm:prSet/>
      <dgm:spPr/>
      <dgm:t>
        <a:bodyPr/>
        <a:lstStyle/>
        <a:p>
          <a:endParaRPr lang="en-US"/>
        </a:p>
      </dgm:t>
    </dgm:pt>
    <dgm:pt modelId="{3F0FD2D2-8ED1-41C0-B9DC-60D3ACD00E46}" type="sibTrans" cxnId="{A5E13BE9-A043-445D-B092-CD1A2B2CAAAC}">
      <dgm:prSet/>
      <dgm:spPr/>
      <dgm:t>
        <a:bodyPr/>
        <a:lstStyle/>
        <a:p>
          <a:endParaRPr lang="en-US"/>
        </a:p>
      </dgm:t>
    </dgm:pt>
    <dgm:pt modelId="{EDE4B831-AF83-43E7-BE8A-E2C2D228D659}" type="pres">
      <dgm:prSet presAssocID="{9F39D742-7C03-450B-BD0C-E94B1CCD92F5}" presName="outerComposite" presStyleCnt="0">
        <dgm:presLayoutVars>
          <dgm:chMax val="5"/>
          <dgm:dir/>
          <dgm:resizeHandles val="exact"/>
        </dgm:presLayoutVars>
      </dgm:prSet>
      <dgm:spPr/>
    </dgm:pt>
    <dgm:pt modelId="{A367A695-8426-45E7-B2DE-FB9DE5E8AE58}" type="pres">
      <dgm:prSet presAssocID="{9F39D742-7C03-450B-BD0C-E94B1CCD92F5}" presName="dummyMaxCanvas" presStyleCnt="0">
        <dgm:presLayoutVars/>
      </dgm:prSet>
      <dgm:spPr/>
    </dgm:pt>
    <dgm:pt modelId="{0C85CA16-B365-47B7-BE1A-085614F01907}" type="pres">
      <dgm:prSet presAssocID="{9F39D742-7C03-450B-BD0C-E94B1CCD92F5}" presName="FiveNodes_1" presStyleLbl="node1" presStyleIdx="0" presStyleCnt="5">
        <dgm:presLayoutVars>
          <dgm:bulletEnabled val="1"/>
        </dgm:presLayoutVars>
      </dgm:prSet>
      <dgm:spPr/>
    </dgm:pt>
    <dgm:pt modelId="{76EFA114-DE71-407C-A31C-7E382CD757B9}" type="pres">
      <dgm:prSet presAssocID="{9F39D742-7C03-450B-BD0C-E94B1CCD92F5}" presName="FiveNodes_2" presStyleLbl="node1" presStyleIdx="1" presStyleCnt="5">
        <dgm:presLayoutVars>
          <dgm:bulletEnabled val="1"/>
        </dgm:presLayoutVars>
      </dgm:prSet>
      <dgm:spPr/>
    </dgm:pt>
    <dgm:pt modelId="{4D27003A-D805-485F-846F-401E77CE958B}" type="pres">
      <dgm:prSet presAssocID="{9F39D742-7C03-450B-BD0C-E94B1CCD92F5}" presName="FiveNodes_3" presStyleLbl="node1" presStyleIdx="2" presStyleCnt="5">
        <dgm:presLayoutVars>
          <dgm:bulletEnabled val="1"/>
        </dgm:presLayoutVars>
      </dgm:prSet>
      <dgm:spPr/>
    </dgm:pt>
    <dgm:pt modelId="{72CE661E-F637-4267-A210-E3088DF3555F}" type="pres">
      <dgm:prSet presAssocID="{9F39D742-7C03-450B-BD0C-E94B1CCD92F5}" presName="FiveNodes_4" presStyleLbl="node1" presStyleIdx="3" presStyleCnt="5">
        <dgm:presLayoutVars>
          <dgm:bulletEnabled val="1"/>
        </dgm:presLayoutVars>
      </dgm:prSet>
      <dgm:spPr/>
    </dgm:pt>
    <dgm:pt modelId="{E726C599-7623-471A-B756-8A8B67E79857}" type="pres">
      <dgm:prSet presAssocID="{9F39D742-7C03-450B-BD0C-E94B1CCD92F5}" presName="FiveNodes_5" presStyleLbl="node1" presStyleIdx="4" presStyleCnt="5">
        <dgm:presLayoutVars>
          <dgm:bulletEnabled val="1"/>
        </dgm:presLayoutVars>
      </dgm:prSet>
      <dgm:spPr/>
    </dgm:pt>
    <dgm:pt modelId="{3C2828D6-7FB6-4E23-98A4-CA0D231C69A8}" type="pres">
      <dgm:prSet presAssocID="{9F39D742-7C03-450B-BD0C-E94B1CCD92F5}" presName="FiveConn_1-2" presStyleLbl="fgAccFollowNode1" presStyleIdx="0" presStyleCnt="4">
        <dgm:presLayoutVars>
          <dgm:bulletEnabled val="1"/>
        </dgm:presLayoutVars>
      </dgm:prSet>
      <dgm:spPr/>
    </dgm:pt>
    <dgm:pt modelId="{3AB1C7BA-E638-4198-AF11-4664011E8880}" type="pres">
      <dgm:prSet presAssocID="{9F39D742-7C03-450B-BD0C-E94B1CCD92F5}" presName="FiveConn_2-3" presStyleLbl="fgAccFollowNode1" presStyleIdx="1" presStyleCnt="4">
        <dgm:presLayoutVars>
          <dgm:bulletEnabled val="1"/>
        </dgm:presLayoutVars>
      </dgm:prSet>
      <dgm:spPr/>
    </dgm:pt>
    <dgm:pt modelId="{0449554E-C5D8-4C0E-96FA-4FD1C15B43ED}" type="pres">
      <dgm:prSet presAssocID="{9F39D742-7C03-450B-BD0C-E94B1CCD92F5}" presName="FiveConn_3-4" presStyleLbl="fgAccFollowNode1" presStyleIdx="2" presStyleCnt="4">
        <dgm:presLayoutVars>
          <dgm:bulletEnabled val="1"/>
        </dgm:presLayoutVars>
      </dgm:prSet>
      <dgm:spPr/>
    </dgm:pt>
    <dgm:pt modelId="{8A36E769-F16C-42F1-9050-1E34F6FC7592}" type="pres">
      <dgm:prSet presAssocID="{9F39D742-7C03-450B-BD0C-E94B1CCD92F5}" presName="FiveConn_4-5" presStyleLbl="fgAccFollowNode1" presStyleIdx="3" presStyleCnt="4">
        <dgm:presLayoutVars>
          <dgm:bulletEnabled val="1"/>
        </dgm:presLayoutVars>
      </dgm:prSet>
      <dgm:spPr/>
    </dgm:pt>
    <dgm:pt modelId="{65FEC9B1-4B35-48A3-A0B0-4FF4AFFC0F19}" type="pres">
      <dgm:prSet presAssocID="{9F39D742-7C03-450B-BD0C-E94B1CCD92F5}" presName="FiveNodes_1_text" presStyleLbl="node1" presStyleIdx="4" presStyleCnt="5">
        <dgm:presLayoutVars>
          <dgm:bulletEnabled val="1"/>
        </dgm:presLayoutVars>
      </dgm:prSet>
      <dgm:spPr/>
    </dgm:pt>
    <dgm:pt modelId="{1AB8CD06-5684-4AA2-9090-62070E0CF247}" type="pres">
      <dgm:prSet presAssocID="{9F39D742-7C03-450B-BD0C-E94B1CCD92F5}" presName="FiveNodes_2_text" presStyleLbl="node1" presStyleIdx="4" presStyleCnt="5">
        <dgm:presLayoutVars>
          <dgm:bulletEnabled val="1"/>
        </dgm:presLayoutVars>
      </dgm:prSet>
      <dgm:spPr/>
    </dgm:pt>
    <dgm:pt modelId="{9605E18A-6557-4927-8FE0-EA0ECD318D09}" type="pres">
      <dgm:prSet presAssocID="{9F39D742-7C03-450B-BD0C-E94B1CCD92F5}" presName="FiveNodes_3_text" presStyleLbl="node1" presStyleIdx="4" presStyleCnt="5">
        <dgm:presLayoutVars>
          <dgm:bulletEnabled val="1"/>
        </dgm:presLayoutVars>
      </dgm:prSet>
      <dgm:spPr/>
    </dgm:pt>
    <dgm:pt modelId="{9F4B267A-A5BA-4D56-9382-7F9F7AB3FDCE}" type="pres">
      <dgm:prSet presAssocID="{9F39D742-7C03-450B-BD0C-E94B1CCD92F5}" presName="FiveNodes_4_text" presStyleLbl="node1" presStyleIdx="4" presStyleCnt="5">
        <dgm:presLayoutVars>
          <dgm:bulletEnabled val="1"/>
        </dgm:presLayoutVars>
      </dgm:prSet>
      <dgm:spPr/>
    </dgm:pt>
    <dgm:pt modelId="{48C65804-C486-4C37-8649-6072599FF7AB}" type="pres">
      <dgm:prSet presAssocID="{9F39D742-7C03-450B-BD0C-E94B1CCD92F5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8BAD2512-C834-40F1-BC26-24C279DE08B9}" type="presOf" srcId="{080E7B97-3055-4EA7-B83C-8C9BC4EB245B}" destId="{48C65804-C486-4C37-8649-6072599FF7AB}" srcOrd="1" destOrd="0" presId="urn:microsoft.com/office/officeart/2005/8/layout/vProcess5"/>
    <dgm:cxn modelId="{B6D95F14-1C8C-42D9-8279-81AEBDED0417}" type="presOf" srcId="{2C9AAAC2-C7A0-41D5-9A95-4EFFBFAFD967}" destId="{0C85CA16-B365-47B7-BE1A-085614F01907}" srcOrd="0" destOrd="0" presId="urn:microsoft.com/office/officeart/2005/8/layout/vProcess5"/>
    <dgm:cxn modelId="{50B42419-B88F-4DFE-A511-3892FF65641E}" type="presOf" srcId="{BB526692-B257-48A6-961A-DF3BC7570F5F}" destId="{9F4B267A-A5BA-4D56-9382-7F9F7AB3FDCE}" srcOrd="1" destOrd="0" presId="urn:microsoft.com/office/officeart/2005/8/layout/vProcess5"/>
    <dgm:cxn modelId="{47AD5221-0EFE-4F96-8D67-3D62F560B51C}" type="presOf" srcId="{7E47EA43-EAE8-439B-B88C-F42543934388}" destId="{76EFA114-DE71-407C-A31C-7E382CD757B9}" srcOrd="0" destOrd="0" presId="urn:microsoft.com/office/officeart/2005/8/layout/vProcess5"/>
    <dgm:cxn modelId="{AC48384A-DA97-4AC4-841E-9484FB3DF320}" type="presOf" srcId="{2C9AAAC2-C7A0-41D5-9A95-4EFFBFAFD967}" destId="{65FEC9B1-4B35-48A3-A0B0-4FF4AFFC0F19}" srcOrd="1" destOrd="0" presId="urn:microsoft.com/office/officeart/2005/8/layout/vProcess5"/>
    <dgm:cxn modelId="{B0A6566E-3369-4EB2-8524-D9412A008DA1}" type="presOf" srcId="{DB01EE83-729C-4B75-A634-AB4EFC1278D0}" destId="{3C2828D6-7FB6-4E23-98A4-CA0D231C69A8}" srcOrd="0" destOrd="0" presId="urn:microsoft.com/office/officeart/2005/8/layout/vProcess5"/>
    <dgm:cxn modelId="{0A680574-C235-4F5C-AD41-5B5922BC937D}" type="presOf" srcId="{658E95BF-8E99-4BDF-8CBC-F40D506205A0}" destId="{0449554E-C5D8-4C0E-96FA-4FD1C15B43ED}" srcOrd="0" destOrd="0" presId="urn:microsoft.com/office/officeart/2005/8/layout/vProcess5"/>
    <dgm:cxn modelId="{052A8059-9C86-4C8F-A167-6FA0F30ADB88}" type="presOf" srcId="{3CE9D5DB-666B-4497-BDE9-2CF37445CFCC}" destId="{3AB1C7BA-E638-4198-AF11-4664011E8880}" srcOrd="0" destOrd="0" presId="urn:microsoft.com/office/officeart/2005/8/layout/vProcess5"/>
    <dgm:cxn modelId="{AEA12581-C514-4B4B-B3D9-A7195427D9B0}" type="presOf" srcId="{BB526692-B257-48A6-961A-DF3BC7570F5F}" destId="{72CE661E-F637-4267-A210-E3088DF3555F}" srcOrd="0" destOrd="0" presId="urn:microsoft.com/office/officeart/2005/8/layout/vProcess5"/>
    <dgm:cxn modelId="{2F53F081-4654-4E13-AA2F-BADCB916C8ED}" type="presOf" srcId="{7C2FDF4E-0E38-45F7-8D64-035EABE6B057}" destId="{8A36E769-F16C-42F1-9050-1E34F6FC7592}" srcOrd="0" destOrd="0" presId="urn:microsoft.com/office/officeart/2005/8/layout/vProcess5"/>
    <dgm:cxn modelId="{428E0194-0901-415F-8CB6-E5E81C2B8A12}" srcId="{9F39D742-7C03-450B-BD0C-E94B1CCD92F5}" destId="{B50CD882-9A3E-4633-B5E0-2170556A1A60}" srcOrd="2" destOrd="0" parTransId="{6977038C-DB21-4E3F-A136-144C8D1A89B2}" sibTransId="{658E95BF-8E99-4BDF-8CBC-F40D506205A0}"/>
    <dgm:cxn modelId="{0E5F3B96-A8EC-4C99-940B-A463A19D5041}" srcId="{9F39D742-7C03-450B-BD0C-E94B1CCD92F5}" destId="{7E47EA43-EAE8-439B-B88C-F42543934388}" srcOrd="1" destOrd="0" parTransId="{7FA8339A-C38A-44C9-BB19-67A4E72E2067}" sibTransId="{3CE9D5DB-666B-4497-BDE9-2CF37445CFCC}"/>
    <dgm:cxn modelId="{95EC2697-9A50-4D11-ACDD-1FC417E66BF3}" type="presOf" srcId="{9F39D742-7C03-450B-BD0C-E94B1CCD92F5}" destId="{EDE4B831-AF83-43E7-BE8A-E2C2D228D659}" srcOrd="0" destOrd="0" presId="urn:microsoft.com/office/officeart/2005/8/layout/vProcess5"/>
    <dgm:cxn modelId="{9396C99D-FB85-4ED8-95C5-355C66D4A608}" srcId="{9F39D742-7C03-450B-BD0C-E94B1CCD92F5}" destId="{2C9AAAC2-C7A0-41D5-9A95-4EFFBFAFD967}" srcOrd="0" destOrd="0" parTransId="{11B7D471-6A76-414A-8F2B-41C8CCA1E741}" sibTransId="{DB01EE83-729C-4B75-A634-AB4EFC1278D0}"/>
    <dgm:cxn modelId="{7E25FB9D-AB75-45AA-9B15-897547E9997F}" type="presOf" srcId="{080E7B97-3055-4EA7-B83C-8C9BC4EB245B}" destId="{E726C599-7623-471A-B756-8A8B67E79857}" srcOrd="0" destOrd="0" presId="urn:microsoft.com/office/officeart/2005/8/layout/vProcess5"/>
    <dgm:cxn modelId="{BAE0089F-5C39-4438-A0AC-FED28A3DC9A2}" srcId="{9F39D742-7C03-450B-BD0C-E94B1CCD92F5}" destId="{BB526692-B257-48A6-961A-DF3BC7570F5F}" srcOrd="3" destOrd="0" parTransId="{F2CDEAC8-51D3-415A-8965-33F76BAC5039}" sibTransId="{7C2FDF4E-0E38-45F7-8D64-035EABE6B057}"/>
    <dgm:cxn modelId="{47BD7EA2-EA1B-4F9B-B253-6544ABEDAC2E}" type="presOf" srcId="{B50CD882-9A3E-4633-B5E0-2170556A1A60}" destId="{9605E18A-6557-4927-8FE0-EA0ECD318D09}" srcOrd="1" destOrd="0" presId="urn:microsoft.com/office/officeart/2005/8/layout/vProcess5"/>
    <dgm:cxn modelId="{5A67D2CE-0613-43CF-85EB-A378B000CCDD}" type="presOf" srcId="{7E47EA43-EAE8-439B-B88C-F42543934388}" destId="{1AB8CD06-5684-4AA2-9090-62070E0CF247}" srcOrd="1" destOrd="0" presId="urn:microsoft.com/office/officeart/2005/8/layout/vProcess5"/>
    <dgm:cxn modelId="{8E6FA4D8-E1BA-47DB-BCA1-CFB2BCEBA143}" type="presOf" srcId="{B50CD882-9A3E-4633-B5E0-2170556A1A60}" destId="{4D27003A-D805-485F-846F-401E77CE958B}" srcOrd="0" destOrd="0" presId="urn:microsoft.com/office/officeart/2005/8/layout/vProcess5"/>
    <dgm:cxn modelId="{A5E13BE9-A043-445D-B092-CD1A2B2CAAAC}" srcId="{9F39D742-7C03-450B-BD0C-E94B1CCD92F5}" destId="{080E7B97-3055-4EA7-B83C-8C9BC4EB245B}" srcOrd="4" destOrd="0" parTransId="{8113924F-6DBC-4A2F-84D2-D09ED932C5B0}" sibTransId="{3F0FD2D2-8ED1-41C0-B9DC-60D3ACD00E46}"/>
    <dgm:cxn modelId="{9DC13FB0-CF0F-4992-9810-214CB917642C}" type="presParOf" srcId="{EDE4B831-AF83-43E7-BE8A-E2C2D228D659}" destId="{A367A695-8426-45E7-B2DE-FB9DE5E8AE58}" srcOrd="0" destOrd="0" presId="urn:microsoft.com/office/officeart/2005/8/layout/vProcess5"/>
    <dgm:cxn modelId="{62F1897C-5952-44B2-A23D-EF6C58490191}" type="presParOf" srcId="{EDE4B831-AF83-43E7-BE8A-E2C2D228D659}" destId="{0C85CA16-B365-47B7-BE1A-085614F01907}" srcOrd="1" destOrd="0" presId="urn:microsoft.com/office/officeart/2005/8/layout/vProcess5"/>
    <dgm:cxn modelId="{80590CB8-9562-4C6F-92DF-67E2DAEEC9BB}" type="presParOf" srcId="{EDE4B831-AF83-43E7-BE8A-E2C2D228D659}" destId="{76EFA114-DE71-407C-A31C-7E382CD757B9}" srcOrd="2" destOrd="0" presId="urn:microsoft.com/office/officeart/2005/8/layout/vProcess5"/>
    <dgm:cxn modelId="{F0DFC17F-0402-453A-BA63-6A9078D0B592}" type="presParOf" srcId="{EDE4B831-AF83-43E7-BE8A-E2C2D228D659}" destId="{4D27003A-D805-485F-846F-401E77CE958B}" srcOrd="3" destOrd="0" presId="urn:microsoft.com/office/officeart/2005/8/layout/vProcess5"/>
    <dgm:cxn modelId="{4F416C5C-CDC1-43E4-BD7F-8D751E307EAB}" type="presParOf" srcId="{EDE4B831-AF83-43E7-BE8A-E2C2D228D659}" destId="{72CE661E-F637-4267-A210-E3088DF3555F}" srcOrd="4" destOrd="0" presId="urn:microsoft.com/office/officeart/2005/8/layout/vProcess5"/>
    <dgm:cxn modelId="{ADC68512-71B9-4CEB-BD7C-EA02CB39BF0E}" type="presParOf" srcId="{EDE4B831-AF83-43E7-BE8A-E2C2D228D659}" destId="{E726C599-7623-471A-B756-8A8B67E79857}" srcOrd="5" destOrd="0" presId="urn:microsoft.com/office/officeart/2005/8/layout/vProcess5"/>
    <dgm:cxn modelId="{226A3A24-7888-4C24-8A22-FDC0A033EE8D}" type="presParOf" srcId="{EDE4B831-AF83-43E7-BE8A-E2C2D228D659}" destId="{3C2828D6-7FB6-4E23-98A4-CA0D231C69A8}" srcOrd="6" destOrd="0" presId="urn:microsoft.com/office/officeart/2005/8/layout/vProcess5"/>
    <dgm:cxn modelId="{5F2DF13D-18CC-42D8-A027-16E23921163F}" type="presParOf" srcId="{EDE4B831-AF83-43E7-BE8A-E2C2D228D659}" destId="{3AB1C7BA-E638-4198-AF11-4664011E8880}" srcOrd="7" destOrd="0" presId="urn:microsoft.com/office/officeart/2005/8/layout/vProcess5"/>
    <dgm:cxn modelId="{EBAAE5FA-942A-4479-B174-CD336A4F0751}" type="presParOf" srcId="{EDE4B831-AF83-43E7-BE8A-E2C2D228D659}" destId="{0449554E-C5D8-4C0E-96FA-4FD1C15B43ED}" srcOrd="8" destOrd="0" presId="urn:microsoft.com/office/officeart/2005/8/layout/vProcess5"/>
    <dgm:cxn modelId="{328C829B-48CB-4DEF-940E-D4FFFFADA22B}" type="presParOf" srcId="{EDE4B831-AF83-43E7-BE8A-E2C2D228D659}" destId="{8A36E769-F16C-42F1-9050-1E34F6FC7592}" srcOrd="9" destOrd="0" presId="urn:microsoft.com/office/officeart/2005/8/layout/vProcess5"/>
    <dgm:cxn modelId="{7CAD3CEA-6C15-45FE-8D76-55E4DDF01330}" type="presParOf" srcId="{EDE4B831-AF83-43E7-BE8A-E2C2D228D659}" destId="{65FEC9B1-4B35-48A3-A0B0-4FF4AFFC0F19}" srcOrd="10" destOrd="0" presId="urn:microsoft.com/office/officeart/2005/8/layout/vProcess5"/>
    <dgm:cxn modelId="{6787001A-B37B-4AF9-8E4C-F58DA799D8EF}" type="presParOf" srcId="{EDE4B831-AF83-43E7-BE8A-E2C2D228D659}" destId="{1AB8CD06-5684-4AA2-9090-62070E0CF247}" srcOrd="11" destOrd="0" presId="urn:microsoft.com/office/officeart/2005/8/layout/vProcess5"/>
    <dgm:cxn modelId="{BE5D9464-5F15-48E1-A2BC-C373945F5ACD}" type="presParOf" srcId="{EDE4B831-AF83-43E7-BE8A-E2C2D228D659}" destId="{9605E18A-6557-4927-8FE0-EA0ECD318D09}" srcOrd="12" destOrd="0" presId="urn:microsoft.com/office/officeart/2005/8/layout/vProcess5"/>
    <dgm:cxn modelId="{0A9E8243-EC96-4E28-AF00-60BFEA7F82B1}" type="presParOf" srcId="{EDE4B831-AF83-43E7-BE8A-E2C2D228D659}" destId="{9F4B267A-A5BA-4D56-9382-7F9F7AB3FDCE}" srcOrd="13" destOrd="0" presId="urn:microsoft.com/office/officeart/2005/8/layout/vProcess5"/>
    <dgm:cxn modelId="{36D7F9EE-0232-4046-8016-21799EA69211}" type="presParOf" srcId="{EDE4B831-AF83-43E7-BE8A-E2C2D228D659}" destId="{48C65804-C486-4C37-8649-6072599FF7AB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9FCF02-CAD2-4D6F-9542-AD86711168CA}">
      <dsp:nvSpPr>
        <dsp:cNvPr id="0" name=""/>
        <dsp:cNvSpPr/>
      </dsp:nvSpPr>
      <dsp:spPr>
        <a:xfrm>
          <a:off x="614381" y="503862"/>
          <a:ext cx="1749937" cy="1749937"/>
        </a:xfrm>
        <a:prstGeom prst="ellipse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175B98-93F4-4D7C-BB95-1514AB879CD5}">
      <dsp:nvSpPr>
        <dsp:cNvPr id="0" name=""/>
        <dsp:cNvSpPr/>
      </dsp:nvSpPr>
      <dsp:spPr>
        <a:xfrm>
          <a:off x="987318" y="876800"/>
          <a:ext cx="1004062" cy="1004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117FB-F8A7-4A20-A8A7-EC686DDC76D0}">
      <dsp:nvSpPr>
        <dsp:cNvPr id="0" name=""/>
        <dsp:cNvSpPr/>
      </dsp:nvSpPr>
      <dsp:spPr>
        <a:xfrm>
          <a:off x="54974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b="0" i="0" kern="1200" cap="all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Projektumfeld, Projektauslöser und die strategischen Ziele für das relationale Datenmodell ohne unnötigen Ballast.</a:t>
          </a:r>
          <a:endParaRPr lang="de-DE" sz="1300" b="0" i="0" kern="1200" cap="all" noProof="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Tw Cen MT" panose="020B0602020104020603"/>
            <a:ea typeface="+mn-ea"/>
            <a:cs typeface="+mn-cs"/>
          </a:endParaRPr>
        </a:p>
      </dsp:txBody>
      <dsp:txXfrm>
        <a:off x="54974" y="2798862"/>
        <a:ext cx="2868750" cy="720000"/>
      </dsp:txXfrm>
    </dsp:sp>
    <dsp:sp modelId="{BCD8CDD9-0C56-4401-ADB1-8B48DAB2C96F}">
      <dsp:nvSpPr>
        <dsp:cNvPr id="0" name=""/>
        <dsp:cNvSpPr/>
      </dsp:nvSpPr>
      <dsp:spPr>
        <a:xfrm>
          <a:off x="3985162" y="503862"/>
          <a:ext cx="1749937" cy="1749937"/>
        </a:xfrm>
        <a:prstGeom prst="ellipse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4CA7C4-FCA1-4127-B20A-2A5C031A3CF4}">
      <dsp:nvSpPr>
        <dsp:cNvPr id="0" name=""/>
        <dsp:cNvSpPr/>
      </dsp:nvSpPr>
      <dsp:spPr>
        <a:xfrm>
          <a:off x="4358099" y="876800"/>
          <a:ext cx="1004062" cy="1004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6FE37A-5DB0-4899-9FCB-0CE39BC185F8}">
      <dsp:nvSpPr>
        <dsp:cNvPr id="0" name=""/>
        <dsp:cNvSpPr/>
      </dsp:nvSpPr>
      <dsp:spPr>
        <a:xfrm>
          <a:off x="3425756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5778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b="0" i="0" kern="1200" dirty="0"/>
            <a:t>Analyse des IST-Zustands, SOLL-Konzept, IHK-Zeitplanung (40h) und der formale ERD-Entwurf nach Systemnormen.</a:t>
          </a:r>
          <a:endParaRPr lang="de-DE" sz="1300" kern="1200" noProof="0" dirty="0"/>
        </a:p>
      </dsp:txBody>
      <dsp:txXfrm>
        <a:off x="3425756" y="2798862"/>
        <a:ext cx="2868750" cy="720000"/>
      </dsp:txXfrm>
    </dsp:sp>
    <dsp:sp modelId="{FF93E135-77D6-48A0-8871-9BC93D705D06}">
      <dsp:nvSpPr>
        <dsp:cNvPr id="0" name=""/>
        <dsp:cNvSpPr/>
      </dsp:nvSpPr>
      <dsp:spPr>
        <a:xfrm>
          <a:off x="7355943" y="503862"/>
          <a:ext cx="1749937" cy="1749937"/>
        </a:xfrm>
        <a:prstGeom prst="ellipse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509775-983E-4110-B989-EE2CD6514BE0}">
      <dsp:nvSpPr>
        <dsp:cNvPr id="0" name=""/>
        <dsp:cNvSpPr/>
      </dsp:nvSpPr>
      <dsp:spPr>
        <a:xfrm>
          <a:off x="7728881" y="876800"/>
          <a:ext cx="1004062" cy="10040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EDC777-00B3-41D7-9AE1-23D741E941C3}">
      <dsp:nvSpPr>
        <dsp:cNvPr id="0" name=""/>
        <dsp:cNvSpPr/>
      </dsp:nvSpPr>
      <dsp:spPr>
        <a:xfrm>
          <a:off x="6796537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5778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b="0" i="0" kern="1200" dirty="0"/>
            <a:t>Physische SQL-Implementierung (DDL), relationale Verknüpfungen, komplexe Verbund-Tests und zeitlicher Soll/Ist-Vergleich.</a:t>
          </a:r>
          <a:endParaRPr lang="de-DE" sz="1300" kern="1200" noProof="0" dirty="0"/>
        </a:p>
      </dsp:txBody>
      <dsp:txXfrm>
        <a:off x="6796537" y="2798862"/>
        <a:ext cx="28687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9FCF02-CAD2-4D6F-9542-AD86711168CA}">
      <dsp:nvSpPr>
        <dsp:cNvPr id="0" name=""/>
        <dsp:cNvSpPr/>
      </dsp:nvSpPr>
      <dsp:spPr>
        <a:xfrm>
          <a:off x="585192" y="447612"/>
          <a:ext cx="1749937" cy="1749937"/>
        </a:xfrm>
        <a:prstGeom prst="ellipse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175B98-93F4-4D7C-BB95-1514AB879CD5}">
      <dsp:nvSpPr>
        <dsp:cNvPr id="0" name=""/>
        <dsp:cNvSpPr/>
      </dsp:nvSpPr>
      <dsp:spPr>
        <a:xfrm>
          <a:off x="987318" y="820550"/>
          <a:ext cx="1004062" cy="100406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117FB-F8A7-4A20-A8A7-EC686DDC76D0}">
      <dsp:nvSpPr>
        <dsp:cNvPr id="0" name=""/>
        <dsp:cNvSpPr/>
      </dsp:nvSpPr>
      <dsp:spPr>
        <a:xfrm>
          <a:off x="54974" y="2742612"/>
          <a:ext cx="2868750" cy="83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b="0" i="0" kern="1200" cap="all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Tw Cen MT" panose="020B0602020104020603"/>
              <a:ea typeface="+mn-ea"/>
              <a:cs typeface="+mn-cs"/>
            </a:rPr>
            <a:t>Einhaltung der 3. Normalform (3NF) für redundanzfreie Speicherung aller Kunden-, Bestell- und Lieferprozesse.</a:t>
          </a:r>
          <a:endParaRPr lang="de-DE" sz="1200" b="0" i="0" kern="1200" cap="all" noProof="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Tw Cen MT" panose="020B0602020104020603"/>
            <a:ea typeface="+mn-ea"/>
            <a:cs typeface="+mn-cs"/>
          </a:endParaRPr>
        </a:p>
      </dsp:txBody>
      <dsp:txXfrm>
        <a:off x="54974" y="2742612"/>
        <a:ext cx="2868750" cy="832500"/>
      </dsp:txXfrm>
    </dsp:sp>
    <dsp:sp modelId="{BCD8CDD9-0C56-4401-ADB1-8B48DAB2C96F}">
      <dsp:nvSpPr>
        <dsp:cNvPr id="0" name=""/>
        <dsp:cNvSpPr/>
      </dsp:nvSpPr>
      <dsp:spPr>
        <a:xfrm>
          <a:off x="3985162" y="447612"/>
          <a:ext cx="1749937" cy="1749937"/>
        </a:xfrm>
        <a:prstGeom prst="ellipse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4CA7C4-FCA1-4127-B20A-2A5C031A3CF4}">
      <dsp:nvSpPr>
        <dsp:cNvPr id="0" name=""/>
        <dsp:cNvSpPr/>
      </dsp:nvSpPr>
      <dsp:spPr>
        <a:xfrm>
          <a:off x="4358099" y="820550"/>
          <a:ext cx="1004062" cy="100406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6FE37A-5DB0-4899-9FCB-0CE39BC185F8}">
      <dsp:nvSpPr>
        <dsp:cNvPr id="0" name=""/>
        <dsp:cNvSpPr/>
      </dsp:nvSpPr>
      <dsp:spPr>
        <a:xfrm>
          <a:off x="3425756" y="2742612"/>
          <a:ext cx="2868750" cy="83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5334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200" kern="1200" dirty="0"/>
            <a:t>Direkte Speicherung des Kaufpreises zum Bestellzeitpunkt. Nachträgliche Preisänderungen im Artikelfortbestand verfälschen somit keine historischen Umsatzdaten.</a:t>
          </a:r>
          <a:endParaRPr lang="de-DE" sz="1200" kern="1200" noProof="0" dirty="0"/>
        </a:p>
      </dsp:txBody>
      <dsp:txXfrm>
        <a:off x="3425756" y="2742612"/>
        <a:ext cx="2868750" cy="832500"/>
      </dsp:txXfrm>
    </dsp:sp>
    <dsp:sp modelId="{FF93E135-77D6-48A0-8871-9BC93D705D06}">
      <dsp:nvSpPr>
        <dsp:cNvPr id="0" name=""/>
        <dsp:cNvSpPr/>
      </dsp:nvSpPr>
      <dsp:spPr>
        <a:xfrm>
          <a:off x="7355943" y="447612"/>
          <a:ext cx="1749937" cy="1749937"/>
        </a:xfrm>
        <a:prstGeom prst="ellipse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509775-983E-4110-B989-EE2CD6514BE0}">
      <dsp:nvSpPr>
        <dsp:cNvPr id="0" name=""/>
        <dsp:cNvSpPr/>
      </dsp:nvSpPr>
      <dsp:spPr>
        <a:xfrm>
          <a:off x="7699702" y="820550"/>
          <a:ext cx="1004062" cy="1004062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EDC777-00B3-41D7-9AE1-23D741E941C3}">
      <dsp:nvSpPr>
        <dsp:cNvPr id="0" name=""/>
        <dsp:cNvSpPr/>
      </dsp:nvSpPr>
      <dsp:spPr>
        <a:xfrm>
          <a:off x="6796537" y="2742612"/>
          <a:ext cx="2868750" cy="83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5334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200" kern="1200" dirty="0"/>
            <a:t>Bereitstellung optimierter Verbundabfragen (Joins) zur direkten Identifikation von Umsatztreibern, Kaufverhalten (Top-/Bottom-Kunden) und Lieferantenperformance.</a:t>
          </a:r>
          <a:endParaRPr lang="de-DE" sz="1200" kern="1200" noProof="0" dirty="0"/>
        </a:p>
      </dsp:txBody>
      <dsp:txXfrm>
        <a:off x="6796537" y="2742612"/>
        <a:ext cx="2868750" cy="8325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85CA16-B365-47B7-BE1A-085614F01907}">
      <dsp:nvSpPr>
        <dsp:cNvPr id="0" name=""/>
        <dsp:cNvSpPr/>
      </dsp:nvSpPr>
      <dsp:spPr>
        <a:xfrm>
          <a:off x="0" y="0"/>
          <a:ext cx="4372386" cy="933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× IST:</a:t>
          </a:r>
          <a:r>
            <a:rPr lang="de-DE" sz="1800" kern="1200" dirty="0"/>
            <a:t> Unkoordinierter Datenzugriff führt zu inkonsistenten Bestellständen.</a:t>
          </a:r>
          <a:endParaRPr lang="en-US" sz="1800" kern="1200" dirty="0"/>
        </a:p>
      </dsp:txBody>
      <dsp:txXfrm>
        <a:off x="27334" y="27334"/>
        <a:ext cx="3256161" cy="878568"/>
      </dsp:txXfrm>
    </dsp:sp>
    <dsp:sp modelId="{76EFA114-DE71-407C-A31C-7E382CD757B9}">
      <dsp:nvSpPr>
        <dsp:cNvPr id="0" name=""/>
        <dsp:cNvSpPr/>
      </dsp:nvSpPr>
      <dsp:spPr>
        <a:xfrm>
          <a:off x="326509" y="1062852"/>
          <a:ext cx="4372386" cy="933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× IST:</a:t>
          </a:r>
          <a:r>
            <a:rPr lang="de-DE" sz="1800" kern="1200" dirty="0"/>
            <a:t> Fehlende Zuordnung zwischen Lieferanten und bestellbaren Produkten.</a:t>
          </a:r>
          <a:endParaRPr lang="en-US" sz="1800" kern="1200" dirty="0"/>
        </a:p>
      </dsp:txBody>
      <dsp:txXfrm>
        <a:off x="353843" y="1090186"/>
        <a:ext cx="3384605" cy="878568"/>
      </dsp:txXfrm>
    </dsp:sp>
    <dsp:sp modelId="{4D27003A-D805-485F-846F-401E77CE958B}">
      <dsp:nvSpPr>
        <dsp:cNvPr id="0" name=""/>
        <dsp:cNvSpPr/>
      </dsp:nvSpPr>
      <dsp:spPr>
        <a:xfrm>
          <a:off x="653018" y="2125705"/>
          <a:ext cx="4372386" cy="933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✓ SOLL:</a:t>
          </a:r>
          <a:r>
            <a:rPr lang="de-DE" sz="1800" kern="1200" dirty="0"/>
            <a:t> Relationales DBMS sichert die Datenkonsistenz und ACID-Kriterien.</a:t>
          </a:r>
          <a:endParaRPr lang="en-US" sz="1800" kern="1200" dirty="0"/>
        </a:p>
      </dsp:txBody>
      <dsp:txXfrm>
        <a:off x="680352" y="2153039"/>
        <a:ext cx="3384605" cy="878568"/>
      </dsp:txXfrm>
    </dsp:sp>
    <dsp:sp modelId="{72CE661E-F637-4267-A210-E3088DF3555F}">
      <dsp:nvSpPr>
        <dsp:cNvPr id="0" name=""/>
        <dsp:cNvSpPr/>
      </dsp:nvSpPr>
      <dsp:spPr>
        <a:xfrm>
          <a:off x="979528" y="3188558"/>
          <a:ext cx="4372386" cy="933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✓ SOLL:</a:t>
          </a:r>
          <a:r>
            <a:rPr lang="de-DE" sz="1800" kern="1200" dirty="0"/>
            <a:t> Eindeutige Zuweisung von Lieferanten zu einzelnen Produkten (1:n).</a:t>
          </a:r>
          <a:endParaRPr lang="en-US" sz="1800" kern="1200" dirty="0"/>
        </a:p>
      </dsp:txBody>
      <dsp:txXfrm>
        <a:off x="1006862" y="3215892"/>
        <a:ext cx="3384605" cy="878568"/>
      </dsp:txXfrm>
    </dsp:sp>
    <dsp:sp modelId="{E726C599-7623-471A-B756-8A8B67E79857}">
      <dsp:nvSpPr>
        <dsp:cNvPr id="0" name=""/>
        <dsp:cNvSpPr/>
      </dsp:nvSpPr>
      <dsp:spPr>
        <a:xfrm>
          <a:off x="1306037" y="4251411"/>
          <a:ext cx="4372386" cy="933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✓ SOLL:</a:t>
          </a:r>
          <a:r>
            <a:rPr lang="de-DE" sz="1800" kern="1200" dirty="0"/>
            <a:t> Aggregiertes Tracking aller getätigten Bestellmengen je Kunde.</a:t>
          </a:r>
          <a:endParaRPr lang="en-US" sz="1800" kern="1200" dirty="0"/>
        </a:p>
      </dsp:txBody>
      <dsp:txXfrm>
        <a:off x="1333371" y="4278745"/>
        <a:ext cx="3384605" cy="878568"/>
      </dsp:txXfrm>
    </dsp:sp>
    <dsp:sp modelId="{3C2828D6-7FB6-4E23-98A4-CA0D231C69A8}">
      <dsp:nvSpPr>
        <dsp:cNvPr id="0" name=""/>
        <dsp:cNvSpPr/>
      </dsp:nvSpPr>
      <dsp:spPr>
        <a:xfrm>
          <a:off x="3765782" y="681781"/>
          <a:ext cx="606603" cy="606603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3902268" y="681781"/>
        <a:ext cx="333631" cy="456469"/>
      </dsp:txXfrm>
    </dsp:sp>
    <dsp:sp modelId="{3AB1C7BA-E638-4198-AF11-4664011E8880}">
      <dsp:nvSpPr>
        <dsp:cNvPr id="0" name=""/>
        <dsp:cNvSpPr/>
      </dsp:nvSpPr>
      <dsp:spPr>
        <a:xfrm>
          <a:off x="4092292" y="1744634"/>
          <a:ext cx="606603" cy="606603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4228778" y="1744634"/>
        <a:ext cx="333631" cy="456469"/>
      </dsp:txXfrm>
    </dsp:sp>
    <dsp:sp modelId="{0449554E-C5D8-4C0E-96FA-4FD1C15B43ED}">
      <dsp:nvSpPr>
        <dsp:cNvPr id="0" name=""/>
        <dsp:cNvSpPr/>
      </dsp:nvSpPr>
      <dsp:spPr>
        <a:xfrm>
          <a:off x="4418801" y="2791932"/>
          <a:ext cx="606603" cy="606603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4555287" y="2791932"/>
        <a:ext cx="333631" cy="456469"/>
      </dsp:txXfrm>
    </dsp:sp>
    <dsp:sp modelId="{8A36E769-F16C-42F1-9050-1E34F6FC7592}">
      <dsp:nvSpPr>
        <dsp:cNvPr id="0" name=""/>
        <dsp:cNvSpPr/>
      </dsp:nvSpPr>
      <dsp:spPr>
        <a:xfrm>
          <a:off x="4745310" y="3865155"/>
          <a:ext cx="606603" cy="606603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/>
        </a:p>
      </dsp:txBody>
      <dsp:txXfrm>
        <a:off x="4881796" y="3865155"/>
        <a:ext cx="333631" cy="4564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Symbolliste mit Kreisbezeichnungen"/>
  <dgm:desc val="Hiermit zeigen Sie nicht sequenzielle oder gruppierte Informationsblöcke begleitet von einem zugehörigen visuellen Element an. Eignet sich am besten für Symbole oder kleine Bilder mit kurzen Textbeschriftungen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Symbolliste mit Kreisbezeichnungen"/>
  <dgm:desc val="Hiermit zeigen Sie nicht sequenzielle oder gruppierte Informationsblöcke begleitet von einem zugehörigen visuellen Element an. Eignet sich am besten für Symbole oder kleine Bilder mit kurzen Textbeschriftungen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5D51D2-ADCD-4092-BFAC-B3B920D83F85}" type="datetime1">
              <a:rPr lang="de-DE" smtClean="0"/>
              <a:t>08.07.2026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3EE615-04DF-4142-8B33-EF0FCE4F93E5}" type="datetime1">
              <a:rPr lang="de-DE" smtClean="0"/>
              <a:pPr/>
              <a:t>08.07.2026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 dirty="0"/>
              <a:t>Textmasterformate durch Klicken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B5A42-6F39-84B4-C82E-606CE03D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8546C86-9CC1-0119-F43E-578A378FC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F18B6BA-DAE5-C9CF-F5D0-D0F2EFA33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873A4D-49D5-1FC0-0E7F-B6F6FAA7D1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9082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1" name="Ellipse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88FC6F8F-5002-4D94-A3C0-B6AB2DF62D27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  <p:cxnSp>
        <p:nvCxnSpPr>
          <p:cNvPr id="8" name="Gerader Verbinde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11D247-BF25-4313-848F-0A6FFDC42CC3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Ellipse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43CEAD4-1021-4B35-8BEC-0363D8DA6A57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  <p:cxnSp>
        <p:nvCxnSpPr>
          <p:cNvPr id="8" name="Gerader Verbinde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DE884-BDB3-4445-9C7C-427638C7C80D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 noProof="0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4235473-FEB4-4673-9FA8-147CB48494B0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72DBD2-9956-48DD-B433-972316F0D390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7600A1-B4CA-4F63-8D09-F7DBA6E64CEA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723E022-A1A1-4E4C-B902-14F8D62BE84E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1FB6D58-F84C-4882-B265-0A468AAE9816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de-DE" noProof="0" smtClean="0"/>
              <a:t>‹Nr.›</a:t>
            </a:fld>
            <a:endParaRPr lang="de-DE" noProof="0" dirty="0"/>
          </a:p>
        </p:txBody>
      </p:sp>
      <p:cxnSp>
        <p:nvCxnSpPr>
          <p:cNvPr id="8" name="Gerader Verbinde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FFF26CF-3A7C-4631-A8BF-38458B0B5AD3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de-DE" noProof="0"/>
              <a:t>Mastertextformat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  <a:endParaRPr lang="de-DE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656F5FC-E12D-4883-A900-D8F749C16886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de-DE" noProof="0" smtClean="0"/>
              <a:t>‹Nr.›</a:t>
            </a:fld>
            <a:endParaRPr lang="de-DE" noProof="0" dirty="0"/>
          </a:p>
        </p:txBody>
      </p:sp>
      <p:cxnSp>
        <p:nvCxnSpPr>
          <p:cNvPr id="7" name="Gerader Verbinde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de-DE" noProof="0" dirty="0"/>
              <a:t>Textmasterformate durch Klicken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9E3617B5-9D3A-4290-B029-5215CF6190BB}" type="datetime1">
              <a:rPr lang="de-DE" noProof="0" smtClean="0"/>
              <a:t>08.07.2026</a:t>
            </a:fld>
            <a:endParaRPr lang="de-DE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de-DE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de-DE" noProof="0" smtClean="0"/>
              <a:pPr rtl="0"/>
              <a:t>‹Nr.›</a:t>
            </a:fld>
            <a:endParaRPr lang="de-DE" noProof="0" dirty="0"/>
          </a:p>
        </p:txBody>
      </p:sp>
      <p:cxnSp>
        <p:nvCxnSpPr>
          <p:cNvPr id="7" name="Gerader Verbinde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pic>
        <p:nvPicPr>
          <p:cNvPr id="5" name="Bild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0"/>
            <a:ext cx="12191980" cy="6858000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40197" y="4569342"/>
            <a:ext cx="7501651" cy="1090938"/>
          </a:xfrm>
        </p:spPr>
        <p:txBody>
          <a:bodyPr rtlCol="0" anchor="b">
            <a:normAutofit fontScale="90000"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 E-Commerce Bestellungen &amp; LIEFERPROZESSE</a:t>
            </a:r>
            <a:br>
              <a:rPr lang="de-DE" b="1" dirty="0">
                <a:solidFill>
                  <a:schemeClr val="bg1"/>
                </a:solidFill>
              </a:rPr>
            </a:br>
            <a:br>
              <a:rPr lang="de-DE" dirty="0">
                <a:solidFill>
                  <a:schemeClr val="bg1"/>
                </a:solidFill>
              </a:rPr>
            </a:b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92500" lnSpcReduction="20000"/>
          </a:bodyPr>
          <a:lstStyle/>
          <a:p>
            <a:pPr rtl="0"/>
            <a:r>
              <a:rPr lang="de-DE" dirty="0">
                <a:solidFill>
                  <a:srgbClr val="FFFFFF"/>
                </a:solidFill>
              </a:rPr>
              <a:t>Implementierung, Normalisierung und Abfragedesign einer relationalen SQL-Datenbank</a:t>
            </a: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96DEAB06-3629-1B1B-328A-A457E7ECF230}"/>
              </a:ext>
            </a:extLst>
          </p:cNvPr>
          <p:cNvSpPr/>
          <p:nvPr/>
        </p:nvSpPr>
        <p:spPr>
          <a:xfrm>
            <a:off x="3377909" y="5797475"/>
            <a:ext cx="514435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de-DE" sz="5400" b="0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ZEMERTIGI GmbH</a:t>
            </a:r>
          </a:p>
        </p:txBody>
      </p: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6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9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6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de-DE" dirty="0"/>
              <a:t>Projekt Agenda im Überblick</a:t>
            </a:r>
          </a:p>
        </p:txBody>
      </p:sp>
      <p:graphicFrame>
        <p:nvGraphicFramePr>
          <p:cNvPr id="5" name="Inhaltsplatzhalter 2" descr="SmartArt-Grafikplatzhalter">
            <a:extLst>
              <a:ext uri="{FF2B5EF4-FFF2-40B4-BE49-F238E27FC236}">
                <a16:creationId xmlns:a16="http://schemas.microsoft.com/office/drawing/2014/main" id="{91DB1382-7276-49FA-9632-38D558F457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02681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CF262EE5-99B7-99ED-466D-988CB6F9B717}"/>
              </a:ext>
            </a:extLst>
          </p:cNvPr>
          <p:cNvSpPr txBox="1"/>
          <p:nvPr/>
        </p:nvSpPr>
        <p:spPr>
          <a:xfrm>
            <a:off x="1799471" y="4756484"/>
            <a:ext cx="210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00000"/>
              </a:lnSpc>
              <a:buNone/>
            </a:pPr>
            <a:r>
              <a:rPr lang="de-DE" b="1" dirty="0"/>
              <a:t>1. Einleitung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CA8851E-7E1E-A1FB-4DEA-AA76CA4B6421}"/>
              </a:ext>
            </a:extLst>
          </p:cNvPr>
          <p:cNvSpPr txBox="1"/>
          <p:nvPr/>
        </p:nvSpPr>
        <p:spPr>
          <a:xfrm>
            <a:off x="4815191" y="4756484"/>
            <a:ext cx="2256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2. Planung &amp; Entwurf</a:t>
            </a:r>
          </a:p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92DDDFA-0963-C64C-0FB6-B1D0749A4AF9}"/>
              </a:ext>
            </a:extLst>
          </p:cNvPr>
          <p:cNvSpPr txBox="1"/>
          <p:nvPr/>
        </p:nvSpPr>
        <p:spPr>
          <a:xfrm>
            <a:off x="8142051" y="4756484"/>
            <a:ext cx="2250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3. Umsetzung &amp; Fazit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  <p:bldP spid="3" grpId="0"/>
      <p:bldP spid="4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17E7A-A0AC-6874-BE64-130F8D955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anchor="ctr">
            <a:normAutofit/>
          </a:bodyPr>
          <a:lstStyle/>
          <a:p>
            <a:r>
              <a:rPr lang="de-DE" dirty="0"/>
              <a:t>Projektumfeld &amp; Auslöser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0162A12-B66C-0EA0-53C0-008397BBE7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r>
              <a:rPr lang="de-DE" b="1" dirty="0"/>
              <a:t>Das Projektumfeld</a:t>
            </a:r>
          </a:p>
          <a:p>
            <a:r>
              <a:rPr lang="de-DE" dirty="0"/>
              <a:t>Unser E-Commerce-Modul bildet den operativen Kern für digitale Abwicklungen.</a:t>
            </a:r>
          </a:p>
          <a:p>
            <a:r>
              <a:rPr lang="de-DE" dirty="0"/>
              <a:t>Das zu entwickelnde relationale Datenbanksystem fokussiert sich rein auf die Kernprozesse: Bestellungen, Produkt-Kategorisierungen, Kundendaten und die Zuordnung der Lieferantenbeziehungen.</a:t>
            </a:r>
          </a:p>
          <a:p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B3C095B-0595-9F8B-B34E-CAA81FB15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r>
              <a:rPr lang="de-DE" b="1" dirty="0"/>
              <a:t>Der Projektauslöser</a:t>
            </a:r>
          </a:p>
          <a:p>
            <a:r>
              <a:rPr lang="de-DE" dirty="0"/>
              <a:t>Durch das bewusste Weglassen des komplexen Wareneingangs/Inventars liegt der Fokus auf der Lösung bisheriger Ineffizienzen:</a:t>
            </a:r>
          </a:p>
          <a:p>
            <a:r>
              <a:rPr lang="de-DE" dirty="0"/>
              <a:t>Fehlende referenzielle Integrität bei gelöschten Datensätzen, inkonsistente Lieferantenanschriften und chaotische Auftragszuordnungen in unstrukturierten Einzeltabellen.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7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build="p"/>
      <p:bldP spid="1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14ADE0-CC9D-AC45-DE82-FDC121CE5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526BE-1BAC-E909-D3E1-3A7A05BB0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de-DE" dirty="0"/>
              <a:t>Die Projektziele im Detail</a:t>
            </a:r>
          </a:p>
        </p:txBody>
      </p:sp>
      <p:graphicFrame>
        <p:nvGraphicFramePr>
          <p:cNvPr id="5" name="Inhaltsplatzhalter 2" descr="SmartArt-Grafikplatzhalter">
            <a:extLst>
              <a:ext uri="{FF2B5EF4-FFF2-40B4-BE49-F238E27FC236}">
                <a16:creationId xmlns:a16="http://schemas.microsoft.com/office/drawing/2014/main" id="{0F5C5DD8-73F8-36CB-D230-9DE46F97E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4629184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D156112F-0BB3-DD6B-AEE5-58B1794633F9}"/>
              </a:ext>
            </a:extLst>
          </p:cNvPr>
          <p:cNvSpPr txBox="1"/>
          <p:nvPr/>
        </p:nvSpPr>
        <p:spPr>
          <a:xfrm>
            <a:off x="1447800" y="4756484"/>
            <a:ext cx="2109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1. Datenkonsistenz</a:t>
            </a:r>
          </a:p>
          <a:p>
            <a:pPr lvl="0">
              <a:lnSpc>
                <a:spcPct val="100000"/>
              </a:lnSpc>
              <a:buNone/>
            </a:pPr>
            <a:endParaRPr lang="de-DE" b="1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2C9FC0-8A3E-E3FF-6DE9-79168E53549C}"/>
              </a:ext>
            </a:extLst>
          </p:cNvPr>
          <p:cNvSpPr txBox="1"/>
          <p:nvPr/>
        </p:nvSpPr>
        <p:spPr>
          <a:xfrm>
            <a:off x="4815191" y="4756485"/>
            <a:ext cx="2459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2. Historische Integrität</a:t>
            </a:r>
          </a:p>
          <a:p>
            <a:r>
              <a:rPr lang="de-DE" b="1" dirty="0"/>
              <a:t> </a:t>
            </a:r>
          </a:p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87AC357-1384-3C38-9A6E-036657B9DDF0}"/>
              </a:ext>
            </a:extLst>
          </p:cNvPr>
          <p:cNvSpPr txBox="1"/>
          <p:nvPr/>
        </p:nvSpPr>
        <p:spPr>
          <a:xfrm>
            <a:off x="7916780" y="4756484"/>
            <a:ext cx="32512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3. Analytische Auswertbarkeit</a:t>
            </a:r>
          </a:p>
          <a:p>
            <a:endParaRPr lang="de-DE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893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868700F-DD65-014B-C6D5-09D695E59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 dirty="0"/>
              <a:t>Die Zeitplanung</a:t>
            </a:r>
            <a:endParaRPr lang="en-US" dirty="0"/>
          </a:p>
        </p:txBody>
      </p:sp>
      <p:graphicFrame>
        <p:nvGraphicFramePr>
          <p:cNvPr id="8" name="Inhaltsplatzhalter 7">
            <a:extLst>
              <a:ext uri="{FF2B5EF4-FFF2-40B4-BE49-F238E27FC236}">
                <a16:creationId xmlns:a16="http://schemas.microsoft.com/office/drawing/2014/main" id="{41F9FF2B-2387-59B4-58F0-999406CD1A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6126987"/>
              </p:ext>
            </p:extLst>
          </p:nvPr>
        </p:nvGraphicFramePr>
        <p:xfrm>
          <a:off x="1024128" y="1686560"/>
          <a:ext cx="10800000" cy="4124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314">
                  <a:extLst>
                    <a:ext uri="{9D8B030D-6E8A-4147-A177-3AD203B41FA5}">
                      <a16:colId xmlns:a16="http://schemas.microsoft.com/office/drawing/2014/main" val="1261537306"/>
                    </a:ext>
                  </a:extLst>
                </a:gridCol>
                <a:gridCol w="7573386">
                  <a:extLst>
                    <a:ext uri="{9D8B030D-6E8A-4147-A177-3AD203B41FA5}">
                      <a16:colId xmlns:a16="http://schemas.microsoft.com/office/drawing/2014/main" val="1114727424"/>
                    </a:ext>
                  </a:extLst>
                </a:gridCol>
                <a:gridCol w="1185300">
                  <a:extLst>
                    <a:ext uri="{9D8B030D-6E8A-4147-A177-3AD203B41FA5}">
                      <a16:colId xmlns:a16="http://schemas.microsoft.com/office/drawing/2014/main" val="2389935038"/>
                    </a:ext>
                  </a:extLst>
                </a:gridCol>
              </a:tblGrid>
              <a:tr h="753380"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Projektphase</a:t>
                      </a:r>
                      <a:endParaRPr lang="de-D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Aktivitäten &amp; geplante </a:t>
                      </a:r>
                      <a:r>
                        <a:rPr lang="de-DE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Deliverables</a:t>
                      </a:r>
                      <a:endParaRPr lang="de-D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Geplante Zeit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7199191"/>
                  </a:ext>
                </a:extLst>
              </a:tr>
              <a:tr h="482428">
                <a:tc>
                  <a:txBody>
                    <a:bodyPr/>
                    <a:lstStyle/>
                    <a:p>
                      <a:r>
                        <a:rPr lang="de-DE" dirty="0"/>
                        <a:t>1. Analyse Phase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IST-Analyse und Ausarbeitung des SOLL-Konzepts für Bestellvorgänge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4794302"/>
                  </a:ext>
                </a:extLst>
              </a:tr>
              <a:tr h="482428">
                <a:tc>
                  <a:txBody>
                    <a:bodyPr/>
                    <a:lstStyle/>
                    <a:p>
                      <a:r>
                        <a:rPr lang="de-DE" dirty="0"/>
                        <a:t>2. Entwurfs Phase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Datenmodellierung (ERD) und logische Normalisierung auf 3NF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8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953858"/>
                  </a:ext>
                </a:extLst>
              </a:tr>
              <a:tr h="476324">
                <a:tc>
                  <a:txBody>
                    <a:bodyPr/>
                    <a:lstStyle/>
                    <a:p>
                      <a:r>
                        <a:rPr lang="de-DE" dirty="0"/>
                        <a:t>3. Implementierung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Schreiben des DDL/DML-Skripts und Befüllen mit relationalen Testdaten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8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12429"/>
                  </a:ext>
                </a:extLst>
              </a:tr>
              <a:tr h="482428">
                <a:tc>
                  <a:txBody>
                    <a:bodyPr/>
                    <a:lstStyle/>
                    <a:p>
                      <a:r>
                        <a:rPr lang="de-DE" dirty="0"/>
                        <a:t>4. Qualitäts-Tests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Umfangreiche Prüfung komplexer Verbundabfragen (JOINs, Aggregationen)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7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433535"/>
                  </a:ext>
                </a:extLst>
              </a:tr>
              <a:tr h="482428">
                <a:tc>
                  <a:txBody>
                    <a:bodyPr/>
                    <a:lstStyle/>
                    <a:p>
                      <a:r>
                        <a:rPr lang="de-DE" dirty="0"/>
                        <a:t>5. Problemanalyse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Korrektur von Syntax-Fehlern und Behebung von Constraint-Konflikten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383254"/>
                  </a:ext>
                </a:extLst>
              </a:tr>
              <a:tr h="482428">
                <a:tc>
                  <a:txBody>
                    <a:bodyPr/>
                    <a:lstStyle/>
                    <a:p>
                      <a:r>
                        <a:rPr lang="de-DE" dirty="0"/>
                        <a:t>6. Dokumentation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Ausarbeitung der Projektdokumentation nach IHK-Richtlinien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7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672839"/>
                  </a:ext>
                </a:extLst>
              </a:tr>
              <a:tr h="482428">
                <a:tc>
                  <a:txBody>
                    <a:bodyPr/>
                    <a:lstStyle/>
                    <a:p>
                      <a:r>
                        <a:rPr lang="de-DE" b="1" dirty="0"/>
                        <a:t>Gesamtvolumen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Einhaltung des offiziellen IHK-Zeitbudgets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40 Std.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2206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637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63DECE-5A86-2802-A31A-BA334A30F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kern="1200" cap="all" spc="100" baseline="0" dirty="0">
                <a:latin typeface="+mj-lt"/>
                <a:ea typeface="+mj-ea"/>
                <a:cs typeface="+mj-cs"/>
              </a:rPr>
              <a:t>IST-Analyse vs. SOLL-Konzept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E15BCD3-5CB4-9AE8-4940-6F586146F1DB}"/>
              </a:ext>
            </a:extLst>
          </p:cNvPr>
          <p:cNvSpPr txBox="1"/>
          <p:nvPr/>
        </p:nvSpPr>
        <p:spPr>
          <a:xfrm>
            <a:off x="1024128" y="2257506"/>
            <a:ext cx="4389120" cy="3762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Clr>
                <a:schemeClr val="accent1"/>
              </a:buClr>
              <a:buSzPct val="100000"/>
            </a:pPr>
            <a:r>
              <a:rPr lang="de-DE" sz="3200" u="sng" kern="1200" cap="all" dirty="0">
                <a:latin typeface="+mn-lt"/>
                <a:ea typeface="+mn-ea"/>
                <a:cs typeface="+mn-cs"/>
              </a:rPr>
              <a:t>Modernisierung der Systemarchitektur</a:t>
            </a:r>
            <a:br>
              <a:rPr lang="de-DE" sz="3200" u="sng" kern="1200" cap="all" dirty="0">
                <a:latin typeface="+mn-lt"/>
                <a:ea typeface="+mn-ea"/>
                <a:cs typeface="+mn-cs"/>
              </a:rPr>
            </a:br>
            <a:br>
              <a:rPr lang="de-DE" sz="3200" u="sng" kern="1200" cap="all" dirty="0">
                <a:latin typeface="+mn-lt"/>
                <a:ea typeface="+mn-ea"/>
                <a:cs typeface="+mn-cs"/>
              </a:rPr>
            </a:br>
            <a:r>
              <a:rPr lang="de-DE" sz="2400" dirty="0"/>
              <a:t>Ablösung von Excel durch eine skalierbare relationale SQL-Datenbank.</a:t>
            </a:r>
            <a:endParaRPr lang="de-DE" sz="2400" u="sng" kern="1200" cap="all" dirty="0">
              <a:latin typeface="+mn-lt"/>
              <a:ea typeface="+mn-ea"/>
              <a:cs typeface="+mn-cs"/>
            </a:endParaRPr>
          </a:p>
          <a:p>
            <a:pPr defTabSz="914400">
              <a:lnSpc>
                <a:spcPct val="108000"/>
              </a:lnSpc>
              <a:spcBef>
                <a:spcPts val="600"/>
              </a:spcBef>
              <a:spcAft>
                <a:spcPts val="200"/>
              </a:spcAft>
              <a:buClr>
                <a:schemeClr val="accent1"/>
              </a:buClr>
              <a:buSzPct val="100000"/>
            </a:pPr>
            <a:endParaRPr lang="de-DE" sz="1600" kern="1200" dirty="0">
              <a:latin typeface="+mn-lt"/>
              <a:ea typeface="+mn-ea"/>
              <a:cs typeface="+mn-cs"/>
            </a:endParaRPr>
          </a:p>
        </p:txBody>
      </p:sp>
      <p:graphicFrame>
        <p:nvGraphicFramePr>
          <p:cNvPr id="6" name="Inhaltsplatzhalter 2">
            <a:extLst>
              <a:ext uri="{FF2B5EF4-FFF2-40B4-BE49-F238E27FC236}">
                <a16:creationId xmlns:a16="http://schemas.microsoft.com/office/drawing/2014/main" id="{55DAD72F-DA5D-E987-7C57-EE60699C7D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8496273"/>
              </p:ext>
            </p:extLst>
          </p:nvPr>
        </p:nvGraphicFramePr>
        <p:xfrm>
          <a:off x="5715000" y="822960"/>
          <a:ext cx="5678424" cy="51846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602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3673-19B5-B7C9-3AAE-146F7C318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7F2197-7949-2000-2DB4-B567D6871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A4E19E0-31F2-E315-67B4-CF97A83D3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52165"/>
            <a:ext cx="10648313" cy="592623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1C5FF34-BBD0-B41D-A6FC-B787AC386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Datenbank-Entwurf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39BC61C-332F-2B63-71C4-508613F5E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de-DE" b="1" dirty="0"/>
              <a:t>ER-Modell</a:t>
            </a:r>
          </a:p>
          <a:p>
            <a:r>
              <a:rPr lang="de-DE" dirty="0"/>
              <a:t>Basiert auf dem EXCEL Datei</a:t>
            </a:r>
          </a:p>
          <a:p>
            <a:r>
              <a:rPr lang="de-DE" dirty="0"/>
              <a:t>Des </a:t>
            </a:r>
            <a:r>
              <a:rPr lang="de-DE" dirty="0" err="1"/>
              <a:t>Kundes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F0F8E0D-9B9E-EA08-75C5-925495AE8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89" y="3783635"/>
            <a:ext cx="3189502" cy="1691191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D3F3470-EC3B-4DB0-3B60-64E1120A1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0248" y="479597"/>
            <a:ext cx="3001702" cy="233594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D169E241-3C51-E6DB-6F17-38CB257622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1944" y="3891413"/>
            <a:ext cx="3082249" cy="1953801"/>
          </a:xfrm>
          <a:prstGeom prst="rect">
            <a:avLst/>
          </a:prstGeom>
        </p:spPr>
      </p:pic>
      <p:pic>
        <p:nvPicPr>
          <p:cNvPr id="12" name="Inhaltsplatzhalter 5">
            <a:extLst>
              <a:ext uri="{FF2B5EF4-FFF2-40B4-BE49-F238E27FC236}">
                <a16:creationId xmlns:a16="http://schemas.microsoft.com/office/drawing/2014/main" id="{8808E6B3-9FBB-F3DE-F3A9-DEC2A356568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797"/>
          <a:stretch>
            <a:fillRect/>
          </a:stretch>
        </p:blipFill>
        <p:spPr>
          <a:xfrm>
            <a:off x="3900668" y="3891413"/>
            <a:ext cx="4689524" cy="2259728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9B56B34-03B5-ACBE-AA17-2A158FCDF90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265"/>
          <a:stretch>
            <a:fillRect/>
          </a:stretch>
        </p:blipFill>
        <p:spPr>
          <a:xfrm>
            <a:off x="4616515" y="672709"/>
            <a:ext cx="4054224" cy="21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92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4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20AAD-13C5-62FD-E168-21568D826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 einfugen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2EAF0FB-6F2C-596C-AEA2-42ABE9EA5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47" y="1880502"/>
            <a:ext cx="5063001" cy="366377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A6B1D3DE-42B2-89FC-6DE4-D6129FFF0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734" y="666364"/>
            <a:ext cx="5482268" cy="5549241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6EFE1FD-F970-E17A-2803-A216AB4E07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680" y="1968237"/>
            <a:ext cx="2762636" cy="347711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EC16A758-B3F3-71C2-6675-9B0522D9630D}"/>
              </a:ext>
            </a:extLst>
          </p:cNvPr>
          <p:cNvSpPr txBox="1"/>
          <p:nvPr/>
        </p:nvSpPr>
        <p:spPr>
          <a:xfrm>
            <a:off x="5413248" y="879676"/>
            <a:ext cx="17233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dirty="0"/>
              <a:t>Probleme</a:t>
            </a:r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5C63C5E-0C21-01E1-3DAF-7EC16205F99D}"/>
              </a:ext>
            </a:extLst>
          </p:cNvPr>
          <p:cNvSpPr txBox="1"/>
          <p:nvPr/>
        </p:nvSpPr>
        <p:spPr>
          <a:xfrm>
            <a:off x="5413248" y="2320211"/>
            <a:ext cx="45119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Keine Kunde kann 2mal </a:t>
            </a:r>
          </a:p>
          <a:p>
            <a:r>
              <a:rPr lang="de-DE" sz="2400" dirty="0"/>
              <a:t>am Tag das gleiche Produkt kaufen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59ADE203-C801-4EB9-3A5A-15D7B0A4E863}"/>
              </a:ext>
            </a:extLst>
          </p:cNvPr>
          <p:cNvSpPr txBox="1"/>
          <p:nvPr/>
        </p:nvSpPr>
        <p:spPr>
          <a:xfrm>
            <a:off x="5413248" y="3706792"/>
            <a:ext cx="3783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Beim Preiswechsel, </a:t>
            </a:r>
          </a:p>
          <a:p>
            <a:r>
              <a:rPr lang="de-DE" sz="2400" dirty="0"/>
              <a:t>stimmt unser Archiv nicht </a:t>
            </a:r>
            <a:r>
              <a:rPr lang="de-DE" sz="2400" dirty="0" err="1"/>
              <a:t>meht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909906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  <p:bldP spid="17" grpId="0" build="allAtOnce"/>
      <p:bldP spid="18" grpId="0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003AD2-1B88-440C-1422-D8A6B5A3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EF2280-D31A-5F41-EC92-E7DE3B133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4803494"/>
            <a:ext cx="5859684" cy="1204114"/>
          </a:xfrm>
        </p:spPr>
        <p:txBody>
          <a:bodyPr>
            <a:normAutofit/>
          </a:bodyPr>
          <a:lstStyle/>
          <a:p>
            <a:r>
              <a:rPr lang="de-DE" sz="2000" dirty="0"/>
              <a:t>Zum Glück, keine Entität verweist zu der Tabelle </a:t>
            </a:r>
            <a:r>
              <a:rPr lang="de-DE" sz="2000" dirty="0" err="1"/>
              <a:t>bestellung</a:t>
            </a:r>
            <a:endParaRPr lang="de-DE" sz="200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750A630-EDDE-FB78-20FD-911899EE96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7" y="2257506"/>
            <a:ext cx="5735487" cy="3762294"/>
          </a:xfrm>
        </p:spPr>
        <p:txBody>
          <a:bodyPr>
            <a:normAutofit/>
          </a:bodyPr>
          <a:lstStyle/>
          <a:p>
            <a:r>
              <a:rPr lang="de-DE" sz="2400" dirty="0"/>
              <a:t>ID für die Tabelle </a:t>
            </a:r>
            <a:r>
              <a:rPr lang="de-DE" sz="2400" b="1" dirty="0" err="1"/>
              <a:t>bestellung</a:t>
            </a:r>
            <a:r>
              <a:rPr lang="de-DE" sz="2400" dirty="0"/>
              <a:t> hinzugefügt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4EBB72D-A2D8-537C-EFF6-0CEAF3987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" y="3275294"/>
            <a:ext cx="8384266" cy="94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884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AD209-3AAC-42E0-A609-D63B71D0D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BE624C-C8B7-DB0C-6BCB-BEAF4B7C2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0232" y="3172620"/>
            <a:ext cx="3483981" cy="716474"/>
          </a:xfrm>
        </p:spPr>
        <p:txBody>
          <a:bodyPr>
            <a:normAutofit/>
          </a:bodyPr>
          <a:lstStyle/>
          <a:p>
            <a:r>
              <a:rPr lang="de-DE" sz="2000" dirty="0"/>
              <a:t>Preis als Attribut hinzugefügt (Stück u. Gesamt)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088D5E4-21B3-7128-2CB4-7831AF3A0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7" y="2257506"/>
            <a:ext cx="7182323" cy="3762294"/>
          </a:xfrm>
        </p:spPr>
        <p:txBody>
          <a:bodyPr>
            <a:normAutofit/>
          </a:bodyPr>
          <a:lstStyle/>
          <a:p>
            <a:r>
              <a:rPr lang="de-DE" sz="2400" dirty="0"/>
              <a:t>Die preise für alle vergangene Bestellungen eingegeben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B641179-30E2-87B1-1711-55149EC06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524" y="3172620"/>
            <a:ext cx="6194363" cy="271856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CDB99FB-2873-B7FF-4BED-72968D127D14}"/>
              </a:ext>
            </a:extLst>
          </p:cNvPr>
          <p:cNvSpPr txBox="1"/>
          <p:nvPr/>
        </p:nvSpPr>
        <p:spPr>
          <a:xfrm>
            <a:off x="8079129" y="4375230"/>
            <a:ext cx="37481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/>
              <a:t>Die Preise von der Tabelle </a:t>
            </a:r>
            <a:r>
              <a:rPr lang="de-DE" sz="2000" b="1" dirty="0" err="1"/>
              <a:t>produkt</a:t>
            </a:r>
            <a:endParaRPr lang="de-DE" sz="2000" b="1" dirty="0"/>
          </a:p>
          <a:p>
            <a:r>
              <a:rPr lang="de-DE" sz="2000" dirty="0"/>
              <a:t>ausgefüllt</a:t>
            </a:r>
          </a:p>
        </p:txBody>
      </p:sp>
    </p:spTree>
    <p:extLst>
      <p:ext uri="{BB962C8B-B14F-4D97-AF65-F5344CB8AC3E}">
        <p14:creationId xmlns:p14="http://schemas.microsoft.com/office/powerpoint/2010/main" val="331667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25399D-9B37-6F79-9130-E5F01775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 geht‘s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DB064E-F2C6-446D-842E-5138EDB5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664E15-71CA-DA4D-4BCC-93741AE2C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Somit kommen die neue Preise ins System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BDD90FF-7171-D089-02DA-42E7ABEFC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891" y="3144230"/>
            <a:ext cx="6019609" cy="150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657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A5723-41A6-3F86-93CB-F5DBDA04C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anchor="ctr">
            <a:normAutofit/>
          </a:bodyPr>
          <a:lstStyle/>
          <a:p>
            <a:r>
              <a:rPr lang="de-DE" dirty="0"/>
              <a:t>Komplexe SQL-Abfragen &amp; Tests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02BC6DB6-5B84-37D0-3CED-F7872BBC67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2543052"/>
            <a:ext cx="5295392" cy="163611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AB440EF-602F-76D1-BCC8-8FA0E2526F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225"/>
          <a:stretch>
            <a:fillRect/>
          </a:stretch>
        </p:blipFill>
        <p:spPr>
          <a:xfrm>
            <a:off x="1412239" y="4439539"/>
            <a:ext cx="3967768" cy="158534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5EC8704-3564-19D3-BAA3-E563F6387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520" y="2543052"/>
            <a:ext cx="5287113" cy="129558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BCA025F-C884-CC08-BFE5-D673CF9E6D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7238" y="4439539"/>
            <a:ext cx="1711401" cy="151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317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BDD9EC-F347-1A45-BB0D-609FCA603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Soll/Ist Zeitvergleich (Evaluation)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14A4E110-486A-1C3E-D7F6-3DE85A01D4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926" y="2286000"/>
            <a:ext cx="9474285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994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051_TF22378848.potx" id="{0DF01297-B667-4CDC-AA01-93DDD544AF65}" vid="{09B86540-B41D-42E9-BA95-47A6BAC2769B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purl.org/dc/dcmitype/"/>
    <ds:schemaRef ds:uri="http://purl.org/dc/elements/1.1/"/>
    <ds:schemaRef ds:uri="http://purl.org/dc/terms/"/>
    <ds:schemaRef ds:uri="71af3243-3dd4-4a8d-8c0d-dd76da1f02a5"/>
    <ds:schemaRef ds:uri="http://schemas.openxmlformats.org/package/2006/metadata/core-properties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Integrales Design</Template>
  <TotalTime>0</TotalTime>
  <Words>503</Words>
  <Application>Microsoft Office PowerPoint</Application>
  <PresentationFormat>Breitbild</PresentationFormat>
  <Paragraphs>82</Paragraphs>
  <Slides>13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Calibri</vt:lpstr>
      <vt:lpstr>Tw Cen MT</vt:lpstr>
      <vt:lpstr>Tw Cen MT Condensed</vt:lpstr>
      <vt:lpstr>Wingdings 3</vt:lpstr>
      <vt:lpstr>Integral</vt:lpstr>
      <vt:lpstr> E-Commerce Bestellungen &amp; LIEFERPROZESSE  </vt:lpstr>
      <vt:lpstr>Projekt Agenda im Überblick</vt:lpstr>
      <vt:lpstr>Projektumfeld &amp; Auslöser</vt:lpstr>
      <vt:lpstr>Die Projektziele im Detail</vt:lpstr>
      <vt:lpstr>Die Zeitplanung</vt:lpstr>
      <vt:lpstr>IST-Analyse vs. SOLL-Konzept</vt:lpstr>
      <vt:lpstr>Datenbank-Entwurf</vt:lpstr>
      <vt:lpstr>Daten einfugen</vt:lpstr>
      <vt:lpstr>Lösungen</vt:lpstr>
      <vt:lpstr>Lösungen</vt:lpstr>
      <vt:lpstr>Weiter geht‘s</vt:lpstr>
      <vt:lpstr>Komplexe SQL-Abfragen &amp; Tests</vt:lpstr>
      <vt:lpstr>Soll/Ist Zeitvergleich (Evaluation)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Jakov Bukovac</dc:creator>
  <cp:lastModifiedBy>Anastasios Synodinos</cp:lastModifiedBy>
  <cp:revision>3</cp:revision>
  <dcterms:created xsi:type="dcterms:W3CDTF">2026-07-07T10:05:03Z</dcterms:created>
  <dcterms:modified xsi:type="dcterms:W3CDTF">2026-07-08T13:35:13Z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